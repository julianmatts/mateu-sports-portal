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2" r:id="rId1"/>
    <p:sldMasterId id="2147483733"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5143500" type="screen16x9"/>
  <p:notesSz cx="6858000" cy="9144000"/>
  <p:embeddedFontLst>
    <p:embeddedFont>
      <p:font typeface="Nunito" panose="020F0502020204030204" pitchFamily="2" charset="0"/>
      <p:regular r:id="rId26"/>
      <p:bold r:id="rId27"/>
      <p:italic r:id="rId28"/>
      <p:boldItalic r:id="rId29"/>
    </p:embeddedFont>
    <p:embeddedFont>
      <p:font typeface="Roboto" panose="02000000000000000000" pitchFamily="2" charset="0"/>
      <p:regular r:id="rId30"/>
      <p:bold r:id="rId31"/>
      <p:italic r:id="rId32"/>
      <p:boldItalic r:id="rId33"/>
    </p:embeddedFont>
    <p:embeddedFont>
      <p:font typeface="Roboto Serif" panose="020B0604020202020204" charset="0"/>
      <p:regular r:id="rId34"/>
      <p:bold r:id="rId35"/>
      <p:italic r:id="rId36"/>
      <p:boldItalic r:id="rId37"/>
    </p:embeddedFont>
    <p:embeddedFont>
      <p:font typeface="Trebuchet MS" panose="020B060302020202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9271FAC-A121-4344-B234-24950B8BD5E7}">
  <a:tblStyle styleId="{49271FAC-A121-4344-B234-24950B8BD5E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42"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9.xml"/><Relationship Id="rId34" Type="http://schemas.openxmlformats.org/officeDocument/2006/relationships/font" Target="fonts/font9.fntdata"/><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6.fntdata"/><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8.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3ceb590485c_0_5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3ceb590485c_0_5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ceb590485c_0_16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ceb590485c_0_1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ceb590485c_0_122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3ceb590485c_0_12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ceb590485c_0_10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3ceb590485c_0_10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ceb590485c_0_2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ceb590485c_0_2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3ceb590485c_0_2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3ceb590485c_0_2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3ceb590485c_0_3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3ceb590485c_0_3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ceb590485c_0_37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3ceb590485c_0_3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ceb590485c_0_42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ceb590485c_0_4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3ceb590485c_0_48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3ceb590485c_0_4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3ceb590485c_0_53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3ceb590485c_0_5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3ceb590485c_0_58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3ceb590485c_0_5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ceb590485c_0_64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3ceb590485c_0_6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3ceb590485c_0_69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3ceb590485c_0_69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3ceb590485c_0_74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3ceb590485c_0_74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3ceb590485c_0_80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3ceb590485c_0_8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3ceb590485c_0_85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3ceb590485c_0_8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3ceb590485c_0_90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3ceb590485c_0_9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3ceb590485c_0_96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9" name="Google Shape;699;g3ceb590485c_0_9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3ceb590485c_0_1014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0" name="Google Shape;710;g3ceb590485c_0_101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ceb590485c_0_1068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0" name="Google Shape;720;g3ceb590485c_0_106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3ceb590485c_0_1122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0" name="Google Shape;730;g3ceb590485c_0_112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v1">
  <p:cSld name="Cover v1">
    <p:spTree>
      <p:nvGrpSpPr>
        <p:cNvPr id="1" name="Shape 61"/>
        <p:cNvGrpSpPr/>
        <p:nvPr/>
      </p:nvGrpSpPr>
      <p:grpSpPr>
        <a:xfrm>
          <a:off x="0" y="0"/>
          <a:ext cx="0" cy="0"/>
          <a:chOff x="0" y="0"/>
          <a:chExt cx="0" cy="0"/>
        </a:xfrm>
      </p:grpSpPr>
      <p:sp>
        <p:nvSpPr>
          <p:cNvPr id="62" name="Google Shape;62;p14"/>
          <p:cNvSpPr txBox="1">
            <a:spLocks noGrp="1"/>
          </p:cNvSpPr>
          <p:nvPr>
            <p:ph type="body" idx="1"/>
          </p:nvPr>
        </p:nvSpPr>
        <p:spPr>
          <a:xfrm>
            <a:off x="1274164" y="3145709"/>
            <a:ext cx="6595800" cy="19740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3" name="Google Shape;63;p14"/>
          <p:cNvSpPr/>
          <p:nvPr/>
        </p:nvSpPr>
        <p:spPr>
          <a:xfrm>
            <a:off x="3140440" y="1834763"/>
            <a:ext cx="2863120" cy="689254"/>
          </a:xfrm>
          <a:custGeom>
            <a:avLst/>
            <a:gdLst/>
            <a:ahLst/>
            <a:cxnLst/>
            <a:rect l="l" t="t" r="r" b="b"/>
            <a:pathLst>
              <a:path w="3549" h="853" extrusionOk="0">
                <a:moveTo>
                  <a:pt x="300" y="592"/>
                </a:moveTo>
                <a:cubicBezTo>
                  <a:pt x="300" y="666"/>
                  <a:pt x="374" y="666"/>
                  <a:pt x="374" y="666"/>
                </a:cubicBezTo>
                <a:cubicBezTo>
                  <a:pt x="449" y="666"/>
                  <a:pt x="449" y="592"/>
                  <a:pt x="449" y="592"/>
                </a:cubicBezTo>
                <a:cubicBezTo>
                  <a:pt x="449" y="175"/>
                  <a:pt x="449" y="175"/>
                  <a:pt x="449" y="175"/>
                </a:cubicBezTo>
                <a:cubicBezTo>
                  <a:pt x="360" y="175"/>
                  <a:pt x="360" y="175"/>
                  <a:pt x="360" y="175"/>
                </a:cubicBezTo>
                <a:cubicBezTo>
                  <a:pt x="360" y="39"/>
                  <a:pt x="360" y="39"/>
                  <a:pt x="360" y="39"/>
                </a:cubicBezTo>
                <a:cubicBezTo>
                  <a:pt x="660" y="39"/>
                  <a:pt x="660" y="39"/>
                  <a:pt x="660" y="39"/>
                </a:cubicBezTo>
                <a:cubicBezTo>
                  <a:pt x="660" y="602"/>
                  <a:pt x="660" y="602"/>
                  <a:pt x="660" y="602"/>
                </a:cubicBezTo>
                <a:cubicBezTo>
                  <a:pt x="658" y="664"/>
                  <a:pt x="709" y="666"/>
                  <a:pt x="709" y="666"/>
                </a:cubicBezTo>
                <a:cubicBezTo>
                  <a:pt x="767" y="666"/>
                  <a:pt x="794" y="602"/>
                  <a:pt x="794" y="602"/>
                </a:cubicBezTo>
                <a:cubicBezTo>
                  <a:pt x="837" y="513"/>
                  <a:pt x="833" y="428"/>
                  <a:pt x="833" y="428"/>
                </a:cubicBezTo>
                <a:cubicBezTo>
                  <a:pt x="833" y="286"/>
                  <a:pt x="794" y="175"/>
                  <a:pt x="794" y="175"/>
                </a:cubicBezTo>
                <a:cubicBezTo>
                  <a:pt x="720" y="175"/>
                  <a:pt x="720" y="175"/>
                  <a:pt x="720" y="175"/>
                </a:cubicBezTo>
                <a:cubicBezTo>
                  <a:pt x="720" y="39"/>
                  <a:pt x="720" y="39"/>
                  <a:pt x="720" y="39"/>
                </a:cubicBezTo>
                <a:cubicBezTo>
                  <a:pt x="967" y="39"/>
                  <a:pt x="967" y="39"/>
                  <a:pt x="967" y="39"/>
                </a:cubicBezTo>
                <a:cubicBezTo>
                  <a:pt x="1020" y="170"/>
                  <a:pt x="1024" y="394"/>
                  <a:pt x="1024" y="394"/>
                </a:cubicBezTo>
                <a:cubicBezTo>
                  <a:pt x="1026" y="693"/>
                  <a:pt x="882" y="789"/>
                  <a:pt x="882" y="789"/>
                </a:cubicBezTo>
                <a:cubicBezTo>
                  <a:pt x="812" y="853"/>
                  <a:pt x="709" y="843"/>
                  <a:pt x="709" y="843"/>
                </a:cubicBezTo>
                <a:cubicBezTo>
                  <a:pt x="600" y="843"/>
                  <a:pt x="543" y="750"/>
                  <a:pt x="543" y="750"/>
                </a:cubicBezTo>
                <a:cubicBezTo>
                  <a:pt x="475" y="845"/>
                  <a:pt x="360" y="843"/>
                  <a:pt x="360" y="843"/>
                </a:cubicBezTo>
                <a:cubicBezTo>
                  <a:pt x="89" y="843"/>
                  <a:pt x="89" y="586"/>
                  <a:pt x="89" y="586"/>
                </a:cubicBezTo>
                <a:cubicBezTo>
                  <a:pt x="89" y="175"/>
                  <a:pt x="89" y="175"/>
                  <a:pt x="89" y="175"/>
                </a:cubicBezTo>
                <a:cubicBezTo>
                  <a:pt x="0" y="175"/>
                  <a:pt x="0" y="175"/>
                  <a:pt x="0" y="175"/>
                </a:cubicBezTo>
                <a:cubicBezTo>
                  <a:pt x="0" y="39"/>
                  <a:pt x="0" y="39"/>
                  <a:pt x="0" y="39"/>
                </a:cubicBezTo>
                <a:cubicBezTo>
                  <a:pt x="300" y="39"/>
                  <a:pt x="300" y="39"/>
                  <a:pt x="300" y="39"/>
                </a:cubicBezTo>
                <a:lnTo>
                  <a:pt x="300" y="592"/>
                </a:lnTo>
                <a:close/>
                <a:moveTo>
                  <a:pt x="1212" y="100"/>
                </a:moveTo>
                <a:cubicBezTo>
                  <a:pt x="1085" y="100"/>
                  <a:pt x="1086" y="197"/>
                  <a:pt x="1086" y="197"/>
                </a:cubicBezTo>
                <a:cubicBezTo>
                  <a:pt x="1086" y="293"/>
                  <a:pt x="1212" y="293"/>
                  <a:pt x="1212" y="293"/>
                </a:cubicBezTo>
                <a:cubicBezTo>
                  <a:pt x="1337" y="293"/>
                  <a:pt x="1337" y="197"/>
                  <a:pt x="1337" y="197"/>
                </a:cubicBezTo>
                <a:cubicBezTo>
                  <a:pt x="1337" y="100"/>
                  <a:pt x="1212" y="100"/>
                  <a:pt x="1212" y="100"/>
                </a:cubicBezTo>
                <a:moveTo>
                  <a:pt x="1637" y="405"/>
                </a:moveTo>
                <a:cubicBezTo>
                  <a:pt x="1637" y="405"/>
                  <a:pt x="1628" y="413"/>
                  <a:pt x="1628" y="388"/>
                </a:cubicBezTo>
                <a:cubicBezTo>
                  <a:pt x="1628" y="215"/>
                  <a:pt x="1628" y="215"/>
                  <a:pt x="1628" y="215"/>
                </a:cubicBezTo>
                <a:cubicBezTo>
                  <a:pt x="1628" y="215"/>
                  <a:pt x="1628" y="172"/>
                  <a:pt x="1643" y="148"/>
                </a:cubicBezTo>
                <a:cubicBezTo>
                  <a:pt x="1643" y="148"/>
                  <a:pt x="1659" y="121"/>
                  <a:pt x="1679" y="121"/>
                </a:cubicBezTo>
                <a:cubicBezTo>
                  <a:pt x="1679" y="121"/>
                  <a:pt x="1696" y="120"/>
                  <a:pt x="1707" y="143"/>
                </a:cubicBezTo>
                <a:cubicBezTo>
                  <a:pt x="1707" y="143"/>
                  <a:pt x="1716" y="165"/>
                  <a:pt x="1716" y="189"/>
                </a:cubicBezTo>
                <a:cubicBezTo>
                  <a:pt x="1716" y="189"/>
                  <a:pt x="1715" y="225"/>
                  <a:pt x="1707" y="251"/>
                </a:cubicBezTo>
                <a:cubicBezTo>
                  <a:pt x="1707" y="251"/>
                  <a:pt x="1680" y="345"/>
                  <a:pt x="1645" y="395"/>
                </a:cubicBezTo>
                <a:cubicBezTo>
                  <a:pt x="1645" y="395"/>
                  <a:pt x="1641" y="402"/>
                  <a:pt x="1637" y="405"/>
                </a:cubicBezTo>
                <a:moveTo>
                  <a:pt x="1911" y="588"/>
                </a:moveTo>
                <a:cubicBezTo>
                  <a:pt x="1911" y="588"/>
                  <a:pt x="1924" y="560"/>
                  <a:pt x="1938" y="518"/>
                </a:cubicBezTo>
                <a:cubicBezTo>
                  <a:pt x="1938" y="518"/>
                  <a:pt x="1942" y="507"/>
                  <a:pt x="1946" y="507"/>
                </a:cubicBezTo>
                <a:cubicBezTo>
                  <a:pt x="1946" y="507"/>
                  <a:pt x="1950" y="505"/>
                  <a:pt x="1955" y="516"/>
                </a:cubicBezTo>
                <a:cubicBezTo>
                  <a:pt x="1955" y="516"/>
                  <a:pt x="1964" y="536"/>
                  <a:pt x="1973" y="551"/>
                </a:cubicBezTo>
                <a:cubicBezTo>
                  <a:pt x="1973" y="551"/>
                  <a:pt x="1989" y="581"/>
                  <a:pt x="1997" y="598"/>
                </a:cubicBezTo>
                <a:cubicBezTo>
                  <a:pt x="1997" y="598"/>
                  <a:pt x="2007" y="617"/>
                  <a:pt x="2007" y="631"/>
                </a:cubicBezTo>
                <a:cubicBezTo>
                  <a:pt x="2007" y="631"/>
                  <a:pt x="2007" y="652"/>
                  <a:pt x="1993" y="671"/>
                </a:cubicBezTo>
                <a:cubicBezTo>
                  <a:pt x="1993" y="671"/>
                  <a:pt x="1980" y="693"/>
                  <a:pt x="1952" y="693"/>
                </a:cubicBezTo>
                <a:cubicBezTo>
                  <a:pt x="1952" y="693"/>
                  <a:pt x="1929" y="693"/>
                  <a:pt x="1915" y="681"/>
                </a:cubicBezTo>
                <a:cubicBezTo>
                  <a:pt x="1915" y="681"/>
                  <a:pt x="1901" y="673"/>
                  <a:pt x="1892" y="658"/>
                </a:cubicBezTo>
                <a:cubicBezTo>
                  <a:pt x="1892" y="658"/>
                  <a:pt x="1888" y="652"/>
                  <a:pt x="1887" y="645"/>
                </a:cubicBezTo>
                <a:cubicBezTo>
                  <a:pt x="1887" y="645"/>
                  <a:pt x="1888" y="638"/>
                  <a:pt x="1892" y="632"/>
                </a:cubicBezTo>
                <a:cubicBezTo>
                  <a:pt x="1892" y="632"/>
                  <a:pt x="1903" y="609"/>
                  <a:pt x="1911" y="588"/>
                </a:cubicBezTo>
                <a:moveTo>
                  <a:pt x="1063" y="403"/>
                </a:moveTo>
                <a:cubicBezTo>
                  <a:pt x="1105" y="403"/>
                  <a:pt x="1103" y="430"/>
                  <a:pt x="1103" y="430"/>
                </a:cubicBezTo>
                <a:cubicBezTo>
                  <a:pt x="1103" y="714"/>
                  <a:pt x="1103" y="714"/>
                  <a:pt x="1103" y="714"/>
                </a:cubicBezTo>
                <a:cubicBezTo>
                  <a:pt x="1103" y="768"/>
                  <a:pt x="1143" y="803"/>
                  <a:pt x="1143" y="803"/>
                </a:cubicBezTo>
                <a:cubicBezTo>
                  <a:pt x="1179" y="840"/>
                  <a:pt x="1248" y="839"/>
                  <a:pt x="1248" y="839"/>
                </a:cubicBezTo>
                <a:cubicBezTo>
                  <a:pt x="1324" y="839"/>
                  <a:pt x="1367" y="799"/>
                  <a:pt x="1367" y="799"/>
                </a:cubicBezTo>
                <a:cubicBezTo>
                  <a:pt x="1407" y="772"/>
                  <a:pt x="1439" y="734"/>
                  <a:pt x="1439" y="734"/>
                </a:cubicBezTo>
                <a:cubicBezTo>
                  <a:pt x="1443" y="730"/>
                  <a:pt x="1448" y="729"/>
                  <a:pt x="1448" y="729"/>
                </a:cubicBezTo>
                <a:cubicBezTo>
                  <a:pt x="1454" y="729"/>
                  <a:pt x="1456" y="735"/>
                  <a:pt x="1456" y="735"/>
                </a:cubicBezTo>
                <a:cubicBezTo>
                  <a:pt x="1463" y="770"/>
                  <a:pt x="1499" y="799"/>
                  <a:pt x="1499" y="799"/>
                </a:cubicBezTo>
                <a:cubicBezTo>
                  <a:pt x="1540" y="839"/>
                  <a:pt x="1608" y="839"/>
                  <a:pt x="1608" y="839"/>
                </a:cubicBezTo>
                <a:cubicBezTo>
                  <a:pt x="1683" y="839"/>
                  <a:pt x="1735" y="802"/>
                  <a:pt x="1735" y="802"/>
                </a:cubicBezTo>
                <a:cubicBezTo>
                  <a:pt x="1773" y="780"/>
                  <a:pt x="1810" y="741"/>
                  <a:pt x="1810" y="741"/>
                </a:cubicBezTo>
                <a:cubicBezTo>
                  <a:pt x="1814" y="737"/>
                  <a:pt x="1820" y="737"/>
                  <a:pt x="1820" y="737"/>
                </a:cubicBezTo>
                <a:cubicBezTo>
                  <a:pt x="1827" y="737"/>
                  <a:pt x="1830" y="741"/>
                  <a:pt x="1830" y="741"/>
                </a:cubicBezTo>
                <a:cubicBezTo>
                  <a:pt x="1857" y="778"/>
                  <a:pt x="1919" y="811"/>
                  <a:pt x="1919" y="811"/>
                </a:cubicBezTo>
                <a:cubicBezTo>
                  <a:pt x="1969" y="839"/>
                  <a:pt x="2025" y="839"/>
                  <a:pt x="2025" y="839"/>
                </a:cubicBezTo>
                <a:cubicBezTo>
                  <a:pt x="2107" y="839"/>
                  <a:pt x="2162" y="770"/>
                  <a:pt x="2162" y="770"/>
                </a:cubicBezTo>
                <a:cubicBezTo>
                  <a:pt x="2211" y="721"/>
                  <a:pt x="2212" y="650"/>
                  <a:pt x="2212" y="650"/>
                </a:cubicBezTo>
                <a:cubicBezTo>
                  <a:pt x="2212" y="579"/>
                  <a:pt x="2174" y="522"/>
                  <a:pt x="2174" y="522"/>
                </a:cubicBezTo>
                <a:cubicBezTo>
                  <a:pt x="2159" y="495"/>
                  <a:pt x="2108" y="423"/>
                  <a:pt x="2108" y="423"/>
                </a:cubicBezTo>
                <a:cubicBezTo>
                  <a:pt x="2073" y="374"/>
                  <a:pt x="2066" y="346"/>
                  <a:pt x="2066" y="346"/>
                </a:cubicBezTo>
                <a:cubicBezTo>
                  <a:pt x="2061" y="328"/>
                  <a:pt x="2060" y="310"/>
                  <a:pt x="2060" y="310"/>
                </a:cubicBezTo>
                <a:cubicBezTo>
                  <a:pt x="1880" y="310"/>
                  <a:pt x="1880" y="310"/>
                  <a:pt x="1880" y="310"/>
                </a:cubicBezTo>
                <a:cubicBezTo>
                  <a:pt x="1878" y="421"/>
                  <a:pt x="1836" y="513"/>
                  <a:pt x="1836" y="513"/>
                </a:cubicBezTo>
                <a:cubicBezTo>
                  <a:pt x="1809" y="589"/>
                  <a:pt x="1759" y="636"/>
                  <a:pt x="1759" y="636"/>
                </a:cubicBezTo>
                <a:cubicBezTo>
                  <a:pt x="1725" y="673"/>
                  <a:pt x="1682" y="674"/>
                  <a:pt x="1682" y="674"/>
                </a:cubicBezTo>
                <a:cubicBezTo>
                  <a:pt x="1632" y="674"/>
                  <a:pt x="1635" y="628"/>
                  <a:pt x="1635" y="628"/>
                </a:cubicBezTo>
                <a:cubicBezTo>
                  <a:pt x="1635" y="600"/>
                  <a:pt x="1654" y="579"/>
                  <a:pt x="1654" y="579"/>
                </a:cubicBezTo>
                <a:cubicBezTo>
                  <a:pt x="1679" y="544"/>
                  <a:pt x="1705" y="503"/>
                  <a:pt x="1705" y="503"/>
                </a:cubicBezTo>
                <a:cubicBezTo>
                  <a:pt x="1739" y="451"/>
                  <a:pt x="1770" y="394"/>
                  <a:pt x="1770" y="394"/>
                </a:cubicBezTo>
                <a:cubicBezTo>
                  <a:pt x="1840" y="270"/>
                  <a:pt x="1830" y="184"/>
                  <a:pt x="1830" y="184"/>
                </a:cubicBezTo>
                <a:cubicBezTo>
                  <a:pt x="1830" y="0"/>
                  <a:pt x="1641" y="6"/>
                  <a:pt x="1641" y="6"/>
                </a:cubicBezTo>
                <a:cubicBezTo>
                  <a:pt x="1450" y="6"/>
                  <a:pt x="1445" y="148"/>
                  <a:pt x="1445" y="148"/>
                </a:cubicBezTo>
                <a:cubicBezTo>
                  <a:pt x="1445" y="540"/>
                  <a:pt x="1445" y="540"/>
                  <a:pt x="1445" y="540"/>
                </a:cubicBezTo>
                <a:cubicBezTo>
                  <a:pt x="1445" y="579"/>
                  <a:pt x="1408" y="626"/>
                  <a:pt x="1408" y="626"/>
                </a:cubicBezTo>
                <a:cubicBezTo>
                  <a:pt x="1384" y="666"/>
                  <a:pt x="1342" y="671"/>
                  <a:pt x="1342" y="671"/>
                </a:cubicBezTo>
                <a:cubicBezTo>
                  <a:pt x="1308" y="671"/>
                  <a:pt x="1308" y="634"/>
                  <a:pt x="1308" y="634"/>
                </a:cubicBezTo>
                <a:cubicBezTo>
                  <a:pt x="1308" y="310"/>
                  <a:pt x="1308" y="310"/>
                  <a:pt x="1308" y="310"/>
                </a:cubicBezTo>
                <a:cubicBezTo>
                  <a:pt x="1063" y="310"/>
                  <a:pt x="1063" y="310"/>
                  <a:pt x="1063" y="310"/>
                </a:cubicBezTo>
                <a:lnTo>
                  <a:pt x="1063" y="403"/>
                </a:lnTo>
                <a:close/>
                <a:moveTo>
                  <a:pt x="2494" y="701"/>
                </a:moveTo>
                <a:cubicBezTo>
                  <a:pt x="2494" y="701"/>
                  <a:pt x="2460" y="702"/>
                  <a:pt x="2448" y="676"/>
                </a:cubicBezTo>
                <a:cubicBezTo>
                  <a:pt x="2448" y="676"/>
                  <a:pt x="2433" y="648"/>
                  <a:pt x="2430" y="570"/>
                </a:cubicBezTo>
                <a:cubicBezTo>
                  <a:pt x="2430" y="569"/>
                  <a:pt x="2430" y="569"/>
                  <a:pt x="2430" y="569"/>
                </a:cubicBezTo>
                <a:cubicBezTo>
                  <a:pt x="2433" y="491"/>
                  <a:pt x="2448" y="463"/>
                  <a:pt x="2448" y="463"/>
                </a:cubicBezTo>
                <a:cubicBezTo>
                  <a:pt x="2460" y="437"/>
                  <a:pt x="2494" y="439"/>
                  <a:pt x="2494" y="439"/>
                </a:cubicBezTo>
                <a:cubicBezTo>
                  <a:pt x="2495" y="439"/>
                  <a:pt x="2495" y="439"/>
                  <a:pt x="2495" y="439"/>
                </a:cubicBezTo>
                <a:cubicBezTo>
                  <a:pt x="2495" y="439"/>
                  <a:pt x="2529" y="437"/>
                  <a:pt x="2541" y="463"/>
                </a:cubicBezTo>
                <a:cubicBezTo>
                  <a:pt x="2541" y="463"/>
                  <a:pt x="2556" y="491"/>
                  <a:pt x="2559" y="569"/>
                </a:cubicBezTo>
                <a:cubicBezTo>
                  <a:pt x="2559" y="570"/>
                  <a:pt x="2559" y="570"/>
                  <a:pt x="2559" y="570"/>
                </a:cubicBezTo>
                <a:cubicBezTo>
                  <a:pt x="2556" y="648"/>
                  <a:pt x="2541" y="676"/>
                  <a:pt x="2541" y="676"/>
                </a:cubicBezTo>
                <a:cubicBezTo>
                  <a:pt x="2529" y="702"/>
                  <a:pt x="2495" y="701"/>
                  <a:pt x="2495" y="701"/>
                </a:cubicBezTo>
                <a:lnTo>
                  <a:pt x="2494" y="701"/>
                </a:lnTo>
                <a:close/>
                <a:moveTo>
                  <a:pt x="2226" y="569"/>
                </a:moveTo>
                <a:cubicBezTo>
                  <a:pt x="2226" y="700"/>
                  <a:pt x="2313" y="771"/>
                  <a:pt x="2313" y="771"/>
                </a:cubicBezTo>
                <a:cubicBezTo>
                  <a:pt x="2381" y="839"/>
                  <a:pt x="2499" y="839"/>
                  <a:pt x="2499" y="839"/>
                </a:cubicBezTo>
                <a:cubicBezTo>
                  <a:pt x="2619" y="839"/>
                  <a:pt x="2690" y="762"/>
                  <a:pt x="2690" y="762"/>
                </a:cubicBezTo>
                <a:cubicBezTo>
                  <a:pt x="2764" y="694"/>
                  <a:pt x="2763" y="578"/>
                  <a:pt x="2763" y="578"/>
                </a:cubicBezTo>
                <a:cubicBezTo>
                  <a:pt x="2763" y="553"/>
                  <a:pt x="2759" y="531"/>
                  <a:pt x="2759" y="531"/>
                </a:cubicBezTo>
                <a:cubicBezTo>
                  <a:pt x="2754" y="517"/>
                  <a:pt x="2764" y="508"/>
                  <a:pt x="2764" y="508"/>
                </a:cubicBezTo>
                <a:cubicBezTo>
                  <a:pt x="2777" y="492"/>
                  <a:pt x="2799" y="489"/>
                  <a:pt x="2799" y="489"/>
                </a:cubicBezTo>
                <a:cubicBezTo>
                  <a:pt x="2822" y="489"/>
                  <a:pt x="2823" y="519"/>
                  <a:pt x="2823" y="519"/>
                </a:cubicBezTo>
                <a:cubicBezTo>
                  <a:pt x="2823" y="835"/>
                  <a:pt x="2823" y="835"/>
                  <a:pt x="2823" y="835"/>
                </a:cubicBezTo>
                <a:cubicBezTo>
                  <a:pt x="3027" y="835"/>
                  <a:pt x="3027" y="835"/>
                  <a:pt x="3027" y="835"/>
                </a:cubicBezTo>
                <a:cubicBezTo>
                  <a:pt x="3027" y="527"/>
                  <a:pt x="3027" y="527"/>
                  <a:pt x="3027" y="527"/>
                </a:cubicBezTo>
                <a:cubicBezTo>
                  <a:pt x="3027" y="478"/>
                  <a:pt x="3086" y="477"/>
                  <a:pt x="3086" y="477"/>
                </a:cubicBezTo>
                <a:cubicBezTo>
                  <a:pt x="3140" y="477"/>
                  <a:pt x="3140" y="520"/>
                  <a:pt x="3140" y="520"/>
                </a:cubicBezTo>
                <a:cubicBezTo>
                  <a:pt x="3140" y="725"/>
                  <a:pt x="3140" y="725"/>
                  <a:pt x="3140" y="725"/>
                </a:cubicBezTo>
                <a:cubicBezTo>
                  <a:pt x="3140" y="834"/>
                  <a:pt x="3239" y="835"/>
                  <a:pt x="3239" y="835"/>
                </a:cubicBezTo>
                <a:cubicBezTo>
                  <a:pt x="3405" y="835"/>
                  <a:pt x="3405" y="835"/>
                  <a:pt x="3405" y="835"/>
                </a:cubicBezTo>
                <a:cubicBezTo>
                  <a:pt x="3405" y="746"/>
                  <a:pt x="3405" y="746"/>
                  <a:pt x="3405" y="746"/>
                </a:cubicBezTo>
                <a:cubicBezTo>
                  <a:pt x="3374" y="746"/>
                  <a:pt x="3374" y="746"/>
                  <a:pt x="3374" y="746"/>
                </a:cubicBezTo>
                <a:cubicBezTo>
                  <a:pt x="3343" y="745"/>
                  <a:pt x="3343" y="710"/>
                  <a:pt x="3343" y="710"/>
                </a:cubicBezTo>
                <a:cubicBezTo>
                  <a:pt x="3343" y="424"/>
                  <a:pt x="3343" y="424"/>
                  <a:pt x="3343" y="424"/>
                </a:cubicBezTo>
                <a:cubicBezTo>
                  <a:pt x="3343" y="369"/>
                  <a:pt x="3293" y="329"/>
                  <a:pt x="3293" y="329"/>
                </a:cubicBezTo>
                <a:cubicBezTo>
                  <a:pt x="3264" y="300"/>
                  <a:pt x="3204" y="298"/>
                  <a:pt x="3204" y="298"/>
                </a:cubicBezTo>
                <a:cubicBezTo>
                  <a:pt x="3135" y="298"/>
                  <a:pt x="3087" y="335"/>
                  <a:pt x="3087" y="335"/>
                </a:cubicBezTo>
                <a:cubicBezTo>
                  <a:pt x="3057" y="356"/>
                  <a:pt x="3032" y="383"/>
                  <a:pt x="3032" y="383"/>
                </a:cubicBezTo>
                <a:cubicBezTo>
                  <a:pt x="3019" y="396"/>
                  <a:pt x="3011" y="382"/>
                  <a:pt x="3011" y="382"/>
                </a:cubicBezTo>
                <a:cubicBezTo>
                  <a:pt x="2996" y="350"/>
                  <a:pt x="2965" y="325"/>
                  <a:pt x="2965" y="325"/>
                </a:cubicBezTo>
                <a:cubicBezTo>
                  <a:pt x="2939" y="300"/>
                  <a:pt x="2893" y="301"/>
                  <a:pt x="2893" y="301"/>
                </a:cubicBezTo>
                <a:cubicBezTo>
                  <a:pt x="2836" y="301"/>
                  <a:pt x="2786" y="343"/>
                  <a:pt x="2786" y="343"/>
                </a:cubicBezTo>
                <a:cubicBezTo>
                  <a:pt x="2761" y="360"/>
                  <a:pt x="2723" y="404"/>
                  <a:pt x="2723" y="404"/>
                </a:cubicBezTo>
                <a:cubicBezTo>
                  <a:pt x="2717" y="411"/>
                  <a:pt x="2710" y="403"/>
                  <a:pt x="2710" y="403"/>
                </a:cubicBezTo>
                <a:cubicBezTo>
                  <a:pt x="2700" y="387"/>
                  <a:pt x="2680" y="369"/>
                  <a:pt x="2680" y="369"/>
                </a:cubicBezTo>
                <a:cubicBezTo>
                  <a:pt x="2616" y="303"/>
                  <a:pt x="2498" y="302"/>
                  <a:pt x="2498" y="302"/>
                </a:cubicBezTo>
                <a:cubicBezTo>
                  <a:pt x="2380" y="302"/>
                  <a:pt x="2306" y="376"/>
                  <a:pt x="2306" y="376"/>
                </a:cubicBezTo>
                <a:cubicBezTo>
                  <a:pt x="2230" y="442"/>
                  <a:pt x="2226" y="569"/>
                  <a:pt x="2226" y="569"/>
                </a:cubicBezTo>
                <a:moveTo>
                  <a:pt x="3495" y="785"/>
                </a:moveTo>
                <a:cubicBezTo>
                  <a:pt x="3503" y="785"/>
                  <a:pt x="3510" y="785"/>
                  <a:pt x="3510" y="775"/>
                </a:cubicBezTo>
                <a:cubicBezTo>
                  <a:pt x="3510" y="767"/>
                  <a:pt x="3503" y="766"/>
                  <a:pt x="3496" y="766"/>
                </a:cubicBezTo>
                <a:cubicBezTo>
                  <a:pt x="3483" y="766"/>
                  <a:pt x="3483" y="766"/>
                  <a:pt x="3483" y="766"/>
                </a:cubicBezTo>
                <a:cubicBezTo>
                  <a:pt x="3483" y="785"/>
                  <a:pt x="3483" y="785"/>
                  <a:pt x="3483" y="785"/>
                </a:cubicBezTo>
                <a:lnTo>
                  <a:pt x="3495" y="785"/>
                </a:lnTo>
                <a:close/>
                <a:moveTo>
                  <a:pt x="3483" y="820"/>
                </a:moveTo>
                <a:cubicBezTo>
                  <a:pt x="3474" y="820"/>
                  <a:pt x="3474" y="820"/>
                  <a:pt x="3474" y="820"/>
                </a:cubicBezTo>
                <a:cubicBezTo>
                  <a:pt x="3474" y="758"/>
                  <a:pt x="3474" y="758"/>
                  <a:pt x="3474" y="758"/>
                </a:cubicBezTo>
                <a:cubicBezTo>
                  <a:pt x="3498" y="758"/>
                  <a:pt x="3498" y="758"/>
                  <a:pt x="3498" y="758"/>
                </a:cubicBezTo>
                <a:cubicBezTo>
                  <a:pt x="3512" y="758"/>
                  <a:pt x="3519" y="764"/>
                  <a:pt x="3519" y="776"/>
                </a:cubicBezTo>
                <a:cubicBezTo>
                  <a:pt x="3519" y="787"/>
                  <a:pt x="3513" y="792"/>
                  <a:pt x="3503" y="793"/>
                </a:cubicBezTo>
                <a:cubicBezTo>
                  <a:pt x="3521" y="820"/>
                  <a:pt x="3521" y="820"/>
                  <a:pt x="3521" y="820"/>
                </a:cubicBezTo>
                <a:cubicBezTo>
                  <a:pt x="3511" y="820"/>
                  <a:pt x="3511" y="820"/>
                  <a:pt x="3511" y="820"/>
                </a:cubicBezTo>
                <a:cubicBezTo>
                  <a:pt x="3494" y="793"/>
                  <a:pt x="3494" y="793"/>
                  <a:pt x="3494" y="793"/>
                </a:cubicBezTo>
                <a:cubicBezTo>
                  <a:pt x="3483" y="793"/>
                  <a:pt x="3483" y="793"/>
                  <a:pt x="3483" y="793"/>
                </a:cubicBezTo>
                <a:lnTo>
                  <a:pt x="3483" y="820"/>
                </a:lnTo>
                <a:close/>
                <a:moveTo>
                  <a:pt x="3495" y="843"/>
                </a:moveTo>
                <a:cubicBezTo>
                  <a:pt x="3465" y="843"/>
                  <a:pt x="3440" y="820"/>
                  <a:pt x="3440" y="789"/>
                </a:cubicBezTo>
                <a:cubicBezTo>
                  <a:pt x="3440" y="758"/>
                  <a:pt x="3465" y="736"/>
                  <a:pt x="3495" y="736"/>
                </a:cubicBezTo>
                <a:cubicBezTo>
                  <a:pt x="3524" y="736"/>
                  <a:pt x="3549" y="758"/>
                  <a:pt x="3549" y="789"/>
                </a:cubicBezTo>
                <a:cubicBezTo>
                  <a:pt x="3549" y="820"/>
                  <a:pt x="3524" y="843"/>
                  <a:pt x="3495" y="843"/>
                </a:cubicBezTo>
                <a:moveTo>
                  <a:pt x="3451" y="789"/>
                </a:moveTo>
                <a:cubicBezTo>
                  <a:pt x="3451" y="815"/>
                  <a:pt x="3470" y="834"/>
                  <a:pt x="3495" y="834"/>
                </a:cubicBezTo>
                <a:cubicBezTo>
                  <a:pt x="3519" y="834"/>
                  <a:pt x="3538" y="815"/>
                  <a:pt x="3538" y="789"/>
                </a:cubicBezTo>
                <a:cubicBezTo>
                  <a:pt x="3538" y="764"/>
                  <a:pt x="3519" y="745"/>
                  <a:pt x="3495" y="745"/>
                </a:cubicBezTo>
                <a:cubicBezTo>
                  <a:pt x="3470" y="745"/>
                  <a:pt x="3451" y="764"/>
                  <a:pt x="3451" y="789"/>
                </a:cubicBezTo>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4"/>
          <p:cNvSpPr txBox="1">
            <a:spLocks noGrp="1"/>
          </p:cNvSpPr>
          <p:nvPr>
            <p:ph type="body" idx="2"/>
          </p:nvPr>
        </p:nvSpPr>
        <p:spPr>
          <a:xfrm>
            <a:off x="1274164" y="2776880"/>
            <a:ext cx="6595800" cy="312600"/>
          </a:xfrm>
          <a:prstGeom prst="rect">
            <a:avLst/>
          </a:prstGeom>
          <a:noFill/>
          <a:ln>
            <a:noFill/>
          </a:ln>
        </p:spPr>
        <p:txBody>
          <a:bodyPr spcFirstLastPara="1" wrap="square" lIns="0" tIns="0" rIns="0" bIns="0" anchor="b" anchorCtr="0">
            <a:noAutofit/>
          </a:bodyPr>
          <a:lstStyle>
            <a:lvl1pPr marL="457200" lvl="0" indent="-228600" algn="ctr">
              <a:lnSpc>
                <a:spcPct val="100000"/>
              </a:lnSpc>
              <a:spcBef>
                <a:spcPts val="500"/>
              </a:spcBef>
              <a:spcAft>
                <a:spcPts val="0"/>
              </a:spcAft>
              <a:buClr>
                <a:schemeClr val="dk2"/>
              </a:buClr>
              <a:buSzPts val="1800"/>
              <a:buNone/>
              <a:defRPr sz="1800" b="1"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4"/>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109997" y="249402"/>
            <a:ext cx="2919000" cy="610800"/>
          </a:xfrm>
          <a:prstGeom prst="rect">
            <a:avLst/>
          </a:prstGeom>
          <a:noFill/>
          <a:ln>
            <a:noFill/>
          </a:ln>
        </p:spPr>
        <p:txBody>
          <a:bodyPr spcFirstLastPara="1" wrap="square" lIns="0" tIns="0" rIns="0" bIns="0" anchor="t" anchorCtr="0">
            <a:spAutoFit/>
          </a:bodyPr>
          <a:lstStyle>
            <a:lvl1pPr lvl="0" algn="l">
              <a:lnSpc>
                <a:spcPct val="8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8" name="Google Shape;68;p15"/>
          <p:cNvSpPr txBox="1">
            <a:spLocks noGrp="1"/>
          </p:cNvSpPr>
          <p:nvPr>
            <p:ph type="body" idx="1"/>
          </p:nvPr>
        </p:nvSpPr>
        <p:spPr>
          <a:xfrm>
            <a:off x="109998" y="1225205"/>
            <a:ext cx="8915400" cy="815700"/>
          </a:xfrm>
          <a:prstGeom prst="rect">
            <a:avLst/>
          </a:prstGeom>
          <a:noFill/>
          <a:ln>
            <a:noFill/>
          </a:ln>
        </p:spPr>
        <p:txBody>
          <a:bodyPr spcFirstLastPara="1" wrap="square" lIns="0" tIns="0" rIns="0" bIns="0" anchor="t" anchorCtr="0">
            <a:spAutoFit/>
          </a:bodyPr>
          <a:lstStyle>
            <a:lvl1pPr marL="457200" lvl="0" indent="-317500" algn="l">
              <a:lnSpc>
                <a:spcPct val="90000"/>
              </a:lnSpc>
              <a:spcBef>
                <a:spcPts val="800"/>
              </a:spcBef>
              <a:spcAft>
                <a:spcPts val="0"/>
              </a:spcAft>
              <a:buClr>
                <a:schemeClr val="dk2"/>
              </a:buClr>
              <a:buSzPts val="1400"/>
              <a:buChar char="•"/>
              <a:defRPr/>
            </a:lvl1pPr>
            <a:lvl2pPr marL="914400" lvl="1" indent="-317500" algn="l">
              <a:lnSpc>
                <a:spcPct val="90000"/>
              </a:lnSpc>
              <a:spcBef>
                <a:spcPts val="400"/>
              </a:spcBef>
              <a:spcAft>
                <a:spcPts val="0"/>
              </a:spcAft>
              <a:buClr>
                <a:schemeClr val="dk2"/>
              </a:buClr>
              <a:buSzPts val="1400"/>
              <a:buChar char="•"/>
              <a:defRPr/>
            </a:lvl2pPr>
            <a:lvl3pPr marL="1371600" lvl="2" indent="-317500" algn="l">
              <a:lnSpc>
                <a:spcPct val="90000"/>
              </a:lnSpc>
              <a:spcBef>
                <a:spcPts val="400"/>
              </a:spcBef>
              <a:spcAft>
                <a:spcPts val="0"/>
              </a:spcAft>
              <a:buClr>
                <a:schemeClr val="dk2"/>
              </a:buClr>
              <a:buSzPts val="1400"/>
              <a:buChar char="•"/>
              <a:defRPr/>
            </a:lvl3pPr>
            <a:lvl4pPr marL="1828800" lvl="3" indent="-317500" algn="l">
              <a:lnSpc>
                <a:spcPct val="90000"/>
              </a:lnSpc>
              <a:spcBef>
                <a:spcPts val="400"/>
              </a:spcBef>
              <a:spcAft>
                <a:spcPts val="0"/>
              </a:spcAft>
              <a:buClr>
                <a:schemeClr val="dk2"/>
              </a:buClr>
              <a:buSzPts val="1400"/>
              <a:buChar char="•"/>
              <a:defRPr/>
            </a:lvl4pPr>
            <a:lvl5pPr marL="2286000" lvl="4" indent="-317500" algn="l">
              <a:lnSpc>
                <a:spcPct val="90000"/>
              </a:lnSpc>
              <a:spcBef>
                <a:spcPts val="400"/>
              </a:spcBef>
              <a:spcAft>
                <a:spcPts val="0"/>
              </a:spcAft>
              <a:buClr>
                <a:schemeClr val="dk2"/>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9" name="Google Shape;69;p15"/>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0" name="Google Shape;70;p15"/>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1" name="Google Shape;71;p15"/>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eadline + Subhead v1">
  <p:cSld name="Headline + Subhead v1">
    <p:spTree>
      <p:nvGrpSpPr>
        <p:cNvPr id="1" name="Shape 72"/>
        <p:cNvGrpSpPr/>
        <p:nvPr/>
      </p:nvGrpSpPr>
      <p:grpSpPr>
        <a:xfrm>
          <a:off x="0" y="0"/>
          <a:ext cx="0" cy="0"/>
          <a:chOff x="0" y="0"/>
          <a:chExt cx="0" cy="0"/>
        </a:xfrm>
      </p:grpSpPr>
      <p:sp>
        <p:nvSpPr>
          <p:cNvPr id="73" name="Google Shape;73;p16"/>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4" name="Google Shape;74;p16"/>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5" name="Google Shape;75;p16"/>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76" name="Google Shape;76;p16"/>
          <p:cNvSpPr txBox="1">
            <a:spLocks noGrp="1"/>
          </p:cNvSpPr>
          <p:nvPr>
            <p:ph type="body" idx="1"/>
          </p:nvPr>
        </p:nvSpPr>
        <p:spPr>
          <a:xfrm>
            <a:off x="2817000" y="2808430"/>
            <a:ext cx="3510000" cy="566400"/>
          </a:xfrm>
          <a:prstGeom prst="rect">
            <a:avLst/>
          </a:prstGeom>
          <a:noFill/>
          <a:ln>
            <a:noFill/>
          </a:ln>
        </p:spPr>
        <p:txBody>
          <a:bodyPr spcFirstLastPara="1" wrap="square" lIns="0" tIns="0" rIns="0" bIns="0" anchor="t" anchorCtr="0">
            <a:spAutoFit/>
          </a:bodyPr>
          <a:lstStyle>
            <a:lvl1pPr marL="457200" lvl="0" indent="-228600" algn="ctr">
              <a:lnSpc>
                <a:spcPct val="12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6"/>
          <p:cNvSpPr txBox="1">
            <a:spLocks noGrp="1"/>
          </p:cNvSpPr>
          <p:nvPr>
            <p:ph type="body" idx="2"/>
          </p:nvPr>
        </p:nvSpPr>
        <p:spPr>
          <a:xfrm>
            <a:off x="1975104" y="2011089"/>
            <a:ext cx="5193900" cy="741000"/>
          </a:xfrm>
          <a:prstGeom prst="rect">
            <a:avLst/>
          </a:prstGeom>
          <a:noFill/>
          <a:ln>
            <a:noFill/>
          </a:ln>
        </p:spPr>
        <p:txBody>
          <a:bodyPr spcFirstLastPara="1" wrap="square" lIns="0" tIns="0" rIns="0" bIns="0" anchor="b" anchorCtr="0">
            <a:spAutoFit/>
          </a:bodyPr>
          <a:lstStyle>
            <a:lvl1pPr marL="457200" lvl="0" indent="-228600" algn="ctr">
              <a:lnSpc>
                <a:spcPct val="80000"/>
              </a:lnSpc>
              <a:spcBef>
                <a:spcPts val="500"/>
              </a:spcBef>
              <a:spcAft>
                <a:spcPts val="0"/>
              </a:spcAft>
              <a:buClr>
                <a:schemeClr val="dk2"/>
              </a:buClr>
              <a:buSzPts val="3000"/>
              <a:buNone/>
              <a:defRPr sz="3000" b="1"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5 Categories">
  <p:cSld name="Title + 5 Categories">
    <p:spTree>
      <p:nvGrpSpPr>
        <p:cNvPr id="1" name="Shape 78"/>
        <p:cNvGrpSpPr/>
        <p:nvPr/>
      </p:nvGrpSpPr>
      <p:grpSpPr>
        <a:xfrm>
          <a:off x="0" y="0"/>
          <a:ext cx="0" cy="0"/>
          <a:chOff x="0" y="0"/>
          <a:chExt cx="0" cy="0"/>
        </a:xfrm>
      </p:grpSpPr>
      <p:sp>
        <p:nvSpPr>
          <p:cNvPr id="79" name="Google Shape;79;p17"/>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7"/>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1" name="Google Shape;81;p17"/>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82" name="Google Shape;82;p17"/>
          <p:cNvSpPr>
            <a:spLocks noGrp="1"/>
          </p:cNvSpPr>
          <p:nvPr>
            <p:ph type="pic" idx="2"/>
          </p:nvPr>
        </p:nvSpPr>
        <p:spPr>
          <a:xfrm>
            <a:off x="108555" y="1199402"/>
            <a:ext cx="1740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83" name="Google Shape;83;p17"/>
          <p:cNvSpPr txBox="1">
            <a:spLocks noGrp="1"/>
          </p:cNvSpPr>
          <p:nvPr>
            <p:ph type="body" idx="1"/>
          </p:nvPr>
        </p:nvSpPr>
        <p:spPr>
          <a:xfrm>
            <a:off x="108556" y="3424393"/>
            <a:ext cx="1740600" cy="10848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4" name="Google Shape;84;p17"/>
          <p:cNvSpPr>
            <a:spLocks noGrp="1"/>
          </p:cNvSpPr>
          <p:nvPr>
            <p:ph type="pic" idx="3"/>
          </p:nvPr>
        </p:nvSpPr>
        <p:spPr>
          <a:xfrm>
            <a:off x="7293266" y="1199402"/>
            <a:ext cx="1740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85" name="Google Shape;85;p17"/>
          <p:cNvSpPr>
            <a:spLocks noGrp="1"/>
          </p:cNvSpPr>
          <p:nvPr>
            <p:ph type="pic" idx="4"/>
          </p:nvPr>
        </p:nvSpPr>
        <p:spPr>
          <a:xfrm>
            <a:off x="5497089" y="1199402"/>
            <a:ext cx="1740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86" name="Google Shape;86;p17"/>
          <p:cNvSpPr>
            <a:spLocks noGrp="1"/>
          </p:cNvSpPr>
          <p:nvPr>
            <p:ph type="pic" idx="5"/>
          </p:nvPr>
        </p:nvSpPr>
        <p:spPr>
          <a:xfrm>
            <a:off x="3700911" y="1199402"/>
            <a:ext cx="1740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87" name="Google Shape;87;p17"/>
          <p:cNvSpPr>
            <a:spLocks noGrp="1"/>
          </p:cNvSpPr>
          <p:nvPr>
            <p:ph type="pic" idx="6"/>
          </p:nvPr>
        </p:nvSpPr>
        <p:spPr>
          <a:xfrm>
            <a:off x="1904733" y="1199402"/>
            <a:ext cx="1740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88" name="Google Shape;88;p17"/>
          <p:cNvSpPr txBox="1">
            <a:spLocks noGrp="1"/>
          </p:cNvSpPr>
          <p:nvPr>
            <p:ph type="body" idx="7"/>
          </p:nvPr>
        </p:nvSpPr>
        <p:spPr>
          <a:xfrm>
            <a:off x="1904733" y="3424393"/>
            <a:ext cx="1740600" cy="10848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17"/>
          <p:cNvSpPr txBox="1">
            <a:spLocks noGrp="1"/>
          </p:cNvSpPr>
          <p:nvPr>
            <p:ph type="body" idx="8"/>
          </p:nvPr>
        </p:nvSpPr>
        <p:spPr>
          <a:xfrm>
            <a:off x="3700911" y="3424393"/>
            <a:ext cx="1740600" cy="10848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17"/>
          <p:cNvSpPr txBox="1">
            <a:spLocks noGrp="1"/>
          </p:cNvSpPr>
          <p:nvPr>
            <p:ph type="body" idx="9"/>
          </p:nvPr>
        </p:nvSpPr>
        <p:spPr>
          <a:xfrm>
            <a:off x="5497089" y="3424393"/>
            <a:ext cx="1740600" cy="10848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1" name="Google Shape;91;p17"/>
          <p:cNvSpPr txBox="1">
            <a:spLocks noGrp="1"/>
          </p:cNvSpPr>
          <p:nvPr>
            <p:ph type="body" idx="13"/>
          </p:nvPr>
        </p:nvSpPr>
        <p:spPr>
          <a:xfrm>
            <a:off x="7293266" y="3424393"/>
            <a:ext cx="1740600" cy="10848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2" name="Google Shape;92;p17"/>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Conent + Image v3">
  <p:cSld name="Title + Conent + Image v3">
    <p:spTree>
      <p:nvGrpSpPr>
        <p:cNvPr id="1" name="Shape 93"/>
        <p:cNvGrpSpPr/>
        <p:nvPr/>
      </p:nvGrpSpPr>
      <p:grpSpPr>
        <a:xfrm>
          <a:off x="0" y="0"/>
          <a:ext cx="0" cy="0"/>
          <a:chOff x="0" y="0"/>
          <a:chExt cx="0" cy="0"/>
        </a:xfrm>
      </p:grpSpPr>
      <p:sp>
        <p:nvSpPr>
          <p:cNvPr id="94" name="Google Shape;94;p18"/>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5" name="Google Shape;95;p18"/>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6" name="Google Shape;96;p18"/>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97" name="Google Shape;97;p18"/>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8" name="Google Shape;98;p18"/>
          <p:cNvSpPr>
            <a:spLocks noGrp="1"/>
          </p:cNvSpPr>
          <p:nvPr>
            <p:ph type="pic" idx="2"/>
          </p:nvPr>
        </p:nvSpPr>
        <p:spPr>
          <a:xfrm>
            <a:off x="4572000" y="1424250"/>
            <a:ext cx="4466700" cy="2295000"/>
          </a:xfrm>
          <a:prstGeom prst="rect">
            <a:avLst/>
          </a:prstGeom>
          <a:gradFill>
            <a:gsLst>
              <a:gs pos="0">
                <a:srgbClr val="000000">
                  <a:alpha val="40000"/>
                </a:srgbClr>
              </a:gs>
              <a:gs pos="100000">
                <a:srgbClr val="000000">
                  <a:alpha val="20000"/>
                </a:srgbClr>
              </a:gs>
            </a:gsLst>
            <a:lin ang="5400012" scaled="0"/>
          </a:gradFill>
          <a:ln>
            <a:noFill/>
          </a:ln>
        </p:spPr>
      </p:sp>
      <p:sp>
        <p:nvSpPr>
          <p:cNvPr id="99" name="Google Shape;99;p18"/>
          <p:cNvSpPr txBox="1">
            <a:spLocks noGrp="1"/>
          </p:cNvSpPr>
          <p:nvPr>
            <p:ph type="body" idx="3"/>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0" name="Google Shape;100;p18"/>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Conent + Image v1">
  <p:cSld name="Title + Conent + Image v1">
    <p:spTree>
      <p:nvGrpSpPr>
        <p:cNvPr id="1" name="Shape 101"/>
        <p:cNvGrpSpPr/>
        <p:nvPr/>
      </p:nvGrpSpPr>
      <p:grpSpPr>
        <a:xfrm>
          <a:off x="0" y="0"/>
          <a:ext cx="0" cy="0"/>
          <a:chOff x="0" y="0"/>
          <a:chExt cx="0" cy="0"/>
        </a:xfrm>
      </p:grpSpPr>
      <p:sp>
        <p:nvSpPr>
          <p:cNvPr id="102" name="Google Shape;102;p19"/>
          <p:cNvSpPr>
            <a:spLocks noGrp="1"/>
          </p:cNvSpPr>
          <p:nvPr>
            <p:ph type="pic" idx="2"/>
          </p:nvPr>
        </p:nvSpPr>
        <p:spPr>
          <a:xfrm>
            <a:off x="5836444" y="248736"/>
            <a:ext cx="3202200" cy="4644000"/>
          </a:xfrm>
          <a:prstGeom prst="rect">
            <a:avLst/>
          </a:prstGeom>
          <a:gradFill>
            <a:gsLst>
              <a:gs pos="0">
                <a:srgbClr val="000000">
                  <a:alpha val="40000"/>
                </a:srgbClr>
              </a:gs>
              <a:gs pos="100000">
                <a:srgbClr val="000000">
                  <a:alpha val="20000"/>
                </a:srgbClr>
              </a:gs>
            </a:gsLst>
            <a:lin ang="5400012" scaled="0"/>
          </a:gradFill>
          <a:ln>
            <a:noFill/>
          </a:ln>
        </p:spPr>
      </p:sp>
      <p:sp>
        <p:nvSpPr>
          <p:cNvPr id="103" name="Google Shape;103;p19"/>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19"/>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19"/>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106" name="Google Shape;106;p19"/>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7" name="Google Shape;107;p19"/>
          <p:cNvSpPr txBox="1">
            <a:spLocks noGrp="1"/>
          </p:cNvSpPr>
          <p:nvPr>
            <p:ph type="body" idx="3"/>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8" name="Google Shape;108;p19"/>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 Images v1">
  <p:cSld name="4 Images v1">
    <p:spTree>
      <p:nvGrpSpPr>
        <p:cNvPr id="1" name="Shape 109"/>
        <p:cNvGrpSpPr/>
        <p:nvPr/>
      </p:nvGrpSpPr>
      <p:grpSpPr>
        <a:xfrm>
          <a:off x="0" y="0"/>
          <a:ext cx="0" cy="0"/>
          <a:chOff x="0" y="0"/>
          <a:chExt cx="0" cy="0"/>
        </a:xfrm>
      </p:grpSpPr>
      <p:sp>
        <p:nvSpPr>
          <p:cNvPr id="110" name="Google Shape;110;p20"/>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11" name="Google Shape;111;p20"/>
          <p:cNvSpPr>
            <a:spLocks noGrp="1"/>
          </p:cNvSpPr>
          <p:nvPr>
            <p:ph type="pic" idx="2"/>
          </p:nvPr>
        </p:nvSpPr>
        <p:spPr>
          <a:xfrm>
            <a:off x="108555" y="108357"/>
            <a:ext cx="4433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112" name="Google Shape;112;p20"/>
          <p:cNvSpPr>
            <a:spLocks noGrp="1"/>
          </p:cNvSpPr>
          <p:nvPr>
            <p:ph type="pic" idx="3"/>
          </p:nvPr>
        </p:nvSpPr>
        <p:spPr>
          <a:xfrm>
            <a:off x="108555" y="2598766"/>
            <a:ext cx="4433700" cy="2436300"/>
          </a:xfrm>
          <a:prstGeom prst="rect">
            <a:avLst/>
          </a:prstGeom>
          <a:gradFill>
            <a:gsLst>
              <a:gs pos="0">
                <a:srgbClr val="000000">
                  <a:alpha val="40000"/>
                </a:srgbClr>
              </a:gs>
              <a:gs pos="100000">
                <a:srgbClr val="000000">
                  <a:alpha val="20000"/>
                </a:srgbClr>
              </a:gs>
            </a:gsLst>
            <a:lin ang="5400012" scaled="0"/>
          </a:gradFill>
          <a:ln>
            <a:noFill/>
          </a:ln>
        </p:spPr>
      </p:sp>
      <p:sp>
        <p:nvSpPr>
          <p:cNvPr id="113" name="Google Shape;113;p20"/>
          <p:cNvSpPr>
            <a:spLocks noGrp="1"/>
          </p:cNvSpPr>
          <p:nvPr>
            <p:ph type="pic" idx="4"/>
          </p:nvPr>
        </p:nvSpPr>
        <p:spPr>
          <a:xfrm>
            <a:off x="4600424" y="2598766"/>
            <a:ext cx="4433700" cy="2436300"/>
          </a:xfrm>
          <a:prstGeom prst="rect">
            <a:avLst/>
          </a:prstGeom>
          <a:gradFill>
            <a:gsLst>
              <a:gs pos="0">
                <a:srgbClr val="000000">
                  <a:alpha val="40000"/>
                </a:srgbClr>
              </a:gs>
              <a:gs pos="100000">
                <a:srgbClr val="000000">
                  <a:alpha val="20000"/>
                </a:srgbClr>
              </a:gs>
            </a:gsLst>
            <a:lin ang="5400012" scaled="0"/>
          </a:gradFill>
          <a:ln>
            <a:noFill/>
          </a:ln>
        </p:spPr>
      </p:sp>
      <p:sp>
        <p:nvSpPr>
          <p:cNvPr id="114" name="Google Shape;114;p20"/>
          <p:cNvSpPr>
            <a:spLocks noGrp="1"/>
          </p:cNvSpPr>
          <p:nvPr>
            <p:ph type="pic" idx="5"/>
          </p:nvPr>
        </p:nvSpPr>
        <p:spPr>
          <a:xfrm>
            <a:off x="4600424" y="108357"/>
            <a:ext cx="44337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ver v2">
  <p:cSld name="Cover v2">
    <p:spTree>
      <p:nvGrpSpPr>
        <p:cNvPr id="1" name="Shape 115"/>
        <p:cNvGrpSpPr/>
        <p:nvPr/>
      </p:nvGrpSpPr>
      <p:grpSpPr>
        <a:xfrm>
          <a:off x="0" y="0"/>
          <a:ext cx="0" cy="0"/>
          <a:chOff x="0" y="0"/>
          <a:chExt cx="0" cy="0"/>
        </a:xfrm>
      </p:grpSpPr>
      <p:sp>
        <p:nvSpPr>
          <p:cNvPr id="116" name="Google Shape;116;p21"/>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17" name="Google Shape;117;p21"/>
          <p:cNvSpPr/>
          <p:nvPr/>
        </p:nvSpPr>
        <p:spPr>
          <a:xfrm>
            <a:off x="109998" y="108358"/>
            <a:ext cx="8924100" cy="49269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18" name="Google Shape;118;p21"/>
          <p:cNvSpPr txBox="1">
            <a:spLocks noGrp="1"/>
          </p:cNvSpPr>
          <p:nvPr>
            <p:ph type="body" idx="1"/>
          </p:nvPr>
        </p:nvSpPr>
        <p:spPr>
          <a:xfrm>
            <a:off x="1274164" y="3145709"/>
            <a:ext cx="6595800" cy="19740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500"/>
              </a:spcBef>
              <a:spcAft>
                <a:spcPts val="0"/>
              </a:spcAft>
              <a:buClr>
                <a:schemeClr val="lt1"/>
              </a:buClr>
              <a:buSzPts val="1100"/>
              <a:buNone/>
              <a:defRPr sz="1100" b="0"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9" name="Google Shape;119;p21"/>
          <p:cNvSpPr/>
          <p:nvPr/>
        </p:nvSpPr>
        <p:spPr>
          <a:xfrm>
            <a:off x="3140440" y="1834763"/>
            <a:ext cx="2863120" cy="689254"/>
          </a:xfrm>
          <a:custGeom>
            <a:avLst/>
            <a:gdLst/>
            <a:ahLst/>
            <a:cxnLst/>
            <a:rect l="l" t="t" r="r" b="b"/>
            <a:pathLst>
              <a:path w="3549" h="853" extrusionOk="0">
                <a:moveTo>
                  <a:pt x="300" y="592"/>
                </a:moveTo>
                <a:cubicBezTo>
                  <a:pt x="300" y="666"/>
                  <a:pt x="374" y="666"/>
                  <a:pt x="374" y="666"/>
                </a:cubicBezTo>
                <a:cubicBezTo>
                  <a:pt x="449" y="666"/>
                  <a:pt x="449" y="592"/>
                  <a:pt x="449" y="592"/>
                </a:cubicBezTo>
                <a:cubicBezTo>
                  <a:pt x="449" y="175"/>
                  <a:pt x="449" y="175"/>
                  <a:pt x="449" y="175"/>
                </a:cubicBezTo>
                <a:cubicBezTo>
                  <a:pt x="360" y="175"/>
                  <a:pt x="360" y="175"/>
                  <a:pt x="360" y="175"/>
                </a:cubicBezTo>
                <a:cubicBezTo>
                  <a:pt x="360" y="39"/>
                  <a:pt x="360" y="39"/>
                  <a:pt x="360" y="39"/>
                </a:cubicBezTo>
                <a:cubicBezTo>
                  <a:pt x="660" y="39"/>
                  <a:pt x="660" y="39"/>
                  <a:pt x="660" y="39"/>
                </a:cubicBezTo>
                <a:cubicBezTo>
                  <a:pt x="660" y="602"/>
                  <a:pt x="660" y="602"/>
                  <a:pt x="660" y="602"/>
                </a:cubicBezTo>
                <a:cubicBezTo>
                  <a:pt x="658" y="664"/>
                  <a:pt x="709" y="666"/>
                  <a:pt x="709" y="666"/>
                </a:cubicBezTo>
                <a:cubicBezTo>
                  <a:pt x="767" y="666"/>
                  <a:pt x="794" y="602"/>
                  <a:pt x="794" y="602"/>
                </a:cubicBezTo>
                <a:cubicBezTo>
                  <a:pt x="837" y="513"/>
                  <a:pt x="833" y="428"/>
                  <a:pt x="833" y="428"/>
                </a:cubicBezTo>
                <a:cubicBezTo>
                  <a:pt x="833" y="286"/>
                  <a:pt x="794" y="175"/>
                  <a:pt x="794" y="175"/>
                </a:cubicBezTo>
                <a:cubicBezTo>
                  <a:pt x="720" y="175"/>
                  <a:pt x="720" y="175"/>
                  <a:pt x="720" y="175"/>
                </a:cubicBezTo>
                <a:cubicBezTo>
                  <a:pt x="720" y="39"/>
                  <a:pt x="720" y="39"/>
                  <a:pt x="720" y="39"/>
                </a:cubicBezTo>
                <a:cubicBezTo>
                  <a:pt x="967" y="39"/>
                  <a:pt x="967" y="39"/>
                  <a:pt x="967" y="39"/>
                </a:cubicBezTo>
                <a:cubicBezTo>
                  <a:pt x="1020" y="170"/>
                  <a:pt x="1024" y="394"/>
                  <a:pt x="1024" y="394"/>
                </a:cubicBezTo>
                <a:cubicBezTo>
                  <a:pt x="1026" y="693"/>
                  <a:pt x="882" y="789"/>
                  <a:pt x="882" y="789"/>
                </a:cubicBezTo>
                <a:cubicBezTo>
                  <a:pt x="812" y="853"/>
                  <a:pt x="709" y="843"/>
                  <a:pt x="709" y="843"/>
                </a:cubicBezTo>
                <a:cubicBezTo>
                  <a:pt x="600" y="843"/>
                  <a:pt x="543" y="750"/>
                  <a:pt x="543" y="750"/>
                </a:cubicBezTo>
                <a:cubicBezTo>
                  <a:pt x="475" y="845"/>
                  <a:pt x="360" y="843"/>
                  <a:pt x="360" y="843"/>
                </a:cubicBezTo>
                <a:cubicBezTo>
                  <a:pt x="89" y="843"/>
                  <a:pt x="89" y="586"/>
                  <a:pt x="89" y="586"/>
                </a:cubicBezTo>
                <a:cubicBezTo>
                  <a:pt x="89" y="175"/>
                  <a:pt x="89" y="175"/>
                  <a:pt x="89" y="175"/>
                </a:cubicBezTo>
                <a:cubicBezTo>
                  <a:pt x="0" y="175"/>
                  <a:pt x="0" y="175"/>
                  <a:pt x="0" y="175"/>
                </a:cubicBezTo>
                <a:cubicBezTo>
                  <a:pt x="0" y="39"/>
                  <a:pt x="0" y="39"/>
                  <a:pt x="0" y="39"/>
                </a:cubicBezTo>
                <a:cubicBezTo>
                  <a:pt x="300" y="39"/>
                  <a:pt x="300" y="39"/>
                  <a:pt x="300" y="39"/>
                </a:cubicBezTo>
                <a:lnTo>
                  <a:pt x="300" y="592"/>
                </a:lnTo>
                <a:close/>
                <a:moveTo>
                  <a:pt x="1212" y="100"/>
                </a:moveTo>
                <a:cubicBezTo>
                  <a:pt x="1085" y="100"/>
                  <a:pt x="1086" y="197"/>
                  <a:pt x="1086" y="197"/>
                </a:cubicBezTo>
                <a:cubicBezTo>
                  <a:pt x="1086" y="293"/>
                  <a:pt x="1212" y="293"/>
                  <a:pt x="1212" y="293"/>
                </a:cubicBezTo>
                <a:cubicBezTo>
                  <a:pt x="1337" y="293"/>
                  <a:pt x="1337" y="197"/>
                  <a:pt x="1337" y="197"/>
                </a:cubicBezTo>
                <a:cubicBezTo>
                  <a:pt x="1337" y="100"/>
                  <a:pt x="1212" y="100"/>
                  <a:pt x="1212" y="100"/>
                </a:cubicBezTo>
                <a:moveTo>
                  <a:pt x="1637" y="405"/>
                </a:moveTo>
                <a:cubicBezTo>
                  <a:pt x="1637" y="405"/>
                  <a:pt x="1628" y="413"/>
                  <a:pt x="1628" y="388"/>
                </a:cubicBezTo>
                <a:cubicBezTo>
                  <a:pt x="1628" y="215"/>
                  <a:pt x="1628" y="215"/>
                  <a:pt x="1628" y="215"/>
                </a:cubicBezTo>
                <a:cubicBezTo>
                  <a:pt x="1628" y="215"/>
                  <a:pt x="1628" y="172"/>
                  <a:pt x="1643" y="148"/>
                </a:cubicBezTo>
                <a:cubicBezTo>
                  <a:pt x="1643" y="148"/>
                  <a:pt x="1659" y="121"/>
                  <a:pt x="1679" y="121"/>
                </a:cubicBezTo>
                <a:cubicBezTo>
                  <a:pt x="1679" y="121"/>
                  <a:pt x="1696" y="120"/>
                  <a:pt x="1707" y="143"/>
                </a:cubicBezTo>
                <a:cubicBezTo>
                  <a:pt x="1707" y="143"/>
                  <a:pt x="1716" y="165"/>
                  <a:pt x="1716" y="189"/>
                </a:cubicBezTo>
                <a:cubicBezTo>
                  <a:pt x="1716" y="189"/>
                  <a:pt x="1715" y="225"/>
                  <a:pt x="1707" y="251"/>
                </a:cubicBezTo>
                <a:cubicBezTo>
                  <a:pt x="1707" y="251"/>
                  <a:pt x="1680" y="345"/>
                  <a:pt x="1645" y="395"/>
                </a:cubicBezTo>
                <a:cubicBezTo>
                  <a:pt x="1645" y="395"/>
                  <a:pt x="1641" y="402"/>
                  <a:pt x="1637" y="405"/>
                </a:cubicBezTo>
                <a:moveTo>
                  <a:pt x="1911" y="588"/>
                </a:moveTo>
                <a:cubicBezTo>
                  <a:pt x="1911" y="588"/>
                  <a:pt x="1924" y="560"/>
                  <a:pt x="1938" y="518"/>
                </a:cubicBezTo>
                <a:cubicBezTo>
                  <a:pt x="1938" y="518"/>
                  <a:pt x="1942" y="507"/>
                  <a:pt x="1946" y="507"/>
                </a:cubicBezTo>
                <a:cubicBezTo>
                  <a:pt x="1946" y="507"/>
                  <a:pt x="1950" y="505"/>
                  <a:pt x="1955" y="516"/>
                </a:cubicBezTo>
                <a:cubicBezTo>
                  <a:pt x="1955" y="516"/>
                  <a:pt x="1964" y="536"/>
                  <a:pt x="1973" y="551"/>
                </a:cubicBezTo>
                <a:cubicBezTo>
                  <a:pt x="1973" y="551"/>
                  <a:pt x="1989" y="581"/>
                  <a:pt x="1997" y="598"/>
                </a:cubicBezTo>
                <a:cubicBezTo>
                  <a:pt x="1997" y="598"/>
                  <a:pt x="2007" y="617"/>
                  <a:pt x="2007" y="631"/>
                </a:cubicBezTo>
                <a:cubicBezTo>
                  <a:pt x="2007" y="631"/>
                  <a:pt x="2007" y="652"/>
                  <a:pt x="1993" y="671"/>
                </a:cubicBezTo>
                <a:cubicBezTo>
                  <a:pt x="1993" y="671"/>
                  <a:pt x="1980" y="693"/>
                  <a:pt x="1952" y="693"/>
                </a:cubicBezTo>
                <a:cubicBezTo>
                  <a:pt x="1952" y="693"/>
                  <a:pt x="1929" y="693"/>
                  <a:pt x="1915" y="681"/>
                </a:cubicBezTo>
                <a:cubicBezTo>
                  <a:pt x="1915" y="681"/>
                  <a:pt x="1901" y="673"/>
                  <a:pt x="1892" y="658"/>
                </a:cubicBezTo>
                <a:cubicBezTo>
                  <a:pt x="1892" y="658"/>
                  <a:pt x="1888" y="652"/>
                  <a:pt x="1887" y="645"/>
                </a:cubicBezTo>
                <a:cubicBezTo>
                  <a:pt x="1887" y="645"/>
                  <a:pt x="1888" y="638"/>
                  <a:pt x="1892" y="632"/>
                </a:cubicBezTo>
                <a:cubicBezTo>
                  <a:pt x="1892" y="632"/>
                  <a:pt x="1903" y="609"/>
                  <a:pt x="1911" y="588"/>
                </a:cubicBezTo>
                <a:moveTo>
                  <a:pt x="1063" y="403"/>
                </a:moveTo>
                <a:cubicBezTo>
                  <a:pt x="1105" y="403"/>
                  <a:pt x="1103" y="430"/>
                  <a:pt x="1103" y="430"/>
                </a:cubicBezTo>
                <a:cubicBezTo>
                  <a:pt x="1103" y="714"/>
                  <a:pt x="1103" y="714"/>
                  <a:pt x="1103" y="714"/>
                </a:cubicBezTo>
                <a:cubicBezTo>
                  <a:pt x="1103" y="768"/>
                  <a:pt x="1143" y="803"/>
                  <a:pt x="1143" y="803"/>
                </a:cubicBezTo>
                <a:cubicBezTo>
                  <a:pt x="1179" y="840"/>
                  <a:pt x="1248" y="839"/>
                  <a:pt x="1248" y="839"/>
                </a:cubicBezTo>
                <a:cubicBezTo>
                  <a:pt x="1324" y="839"/>
                  <a:pt x="1367" y="799"/>
                  <a:pt x="1367" y="799"/>
                </a:cubicBezTo>
                <a:cubicBezTo>
                  <a:pt x="1407" y="772"/>
                  <a:pt x="1439" y="734"/>
                  <a:pt x="1439" y="734"/>
                </a:cubicBezTo>
                <a:cubicBezTo>
                  <a:pt x="1443" y="730"/>
                  <a:pt x="1448" y="729"/>
                  <a:pt x="1448" y="729"/>
                </a:cubicBezTo>
                <a:cubicBezTo>
                  <a:pt x="1454" y="729"/>
                  <a:pt x="1456" y="735"/>
                  <a:pt x="1456" y="735"/>
                </a:cubicBezTo>
                <a:cubicBezTo>
                  <a:pt x="1463" y="770"/>
                  <a:pt x="1499" y="799"/>
                  <a:pt x="1499" y="799"/>
                </a:cubicBezTo>
                <a:cubicBezTo>
                  <a:pt x="1540" y="839"/>
                  <a:pt x="1608" y="839"/>
                  <a:pt x="1608" y="839"/>
                </a:cubicBezTo>
                <a:cubicBezTo>
                  <a:pt x="1683" y="839"/>
                  <a:pt x="1735" y="802"/>
                  <a:pt x="1735" y="802"/>
                </a:cubicBezTo>
                <a:cubicBezTo>
                  <a:pt x="1773" y="780"/>
                  <a:pt x="1810" y="741"/>
                  <a:pt x="1810" y="741"/>
                </a:cubicBezTo>
                <a:cubicBezTo>
                  <a:pt x="1814" y="737"/>
                  <a:pt x="1820" y="737"/>
                  <a:pt x="1820" y="737"/>
                </a:cubicBezTo>
                <a:cubicBezTo>
                  <a:pt x="1827" y="737"/>
                  <a:pt x="1830" y="741"/>
                  <a:pt x="1830" y="741"/>
                </a:cubicBezTo>
                <a:cubicBezTo>
                  <a:pt x="1857" y="778"/>
                  <a:pt x="1919" y="811"/>
                  <a:pt x="1919" y="811"/>
                </a:cubicBezTo>
                <a:cubicBezTo>
                  <a:pt x="1969" y="839"/>
                  <a:pt x="2025" y="839"/>
                  <a:pt x="2025" y="839"/>
                </a:cubicBezTo>
                <a:cubicBezTo>
                  <a:pt x="2107" y="839"/>
                  <a:pt x="2162" y="770"/>
                  <a:pt x="2162" y="770"/>
                </a:cubicBezTo>
                <a:cubicBezTo>
                  <a:pt x="2211" y="721"/>
                  <a:pt x="2212" y="650"/>
                  <a:pt x="2212" y="650"/>
                </a:cubicBezTo>
                <a:cubicBezTo>
                  <a:pt x="2212" y="579"/>
                  <a:pt x="2174" y="522"/>
                  <a:pt x="2174" y="522"/>
                </a:cubicBezTo>
                <a:cubicBezTo>
                  <a:pt x="2159" y="495"/>
                  <a:pt x="2108" y="423"/>
                  <a:pt x="2108" y="423"/>
                </a:cubicBezTo>
                <a:cubicBezTo>
                  <a:pt x="2073" y="374"/>
                  <a:pt x="2066" y="346"/>
                  <a:pt x="2066" y="346"/>
                </a:cubicBezTo>
                <a:cubicBezTo>
                  <a:pt x="2061" y="328"/>
                  <a:pt x="2060" y="310"/>
                  <a:pt x="2060" y="310"/>
                </a:cubicBezTo>
                <a:cubicBezTo>
                  <a:pt x="1880" y="310"/>
                  <a:pt x="1880" y="310"/>
                  <a:pt x="1880" y="310"/>
                </a:cubicBezTo>
                <a:cubicBezTo>
                  <a:pt x="1878" y="421"/>
                  <a:pt x="1836" y="513"/>
                  <a:pt x="1836" y="513"/>
                </a:cubicBezTo>
                <a:cubicBezTo>
                  <a:pt x="1809" y="589"/>
                  <a:pt x="1759" y="636"/>
                  <a:pt x="1759" y="636"/>
                </a:cubicBezTo>
                <a:cubicBezTo>
                  <a:pt x="1725" y="673"/>
                  <a:pt x="1682" y="674"/>
                  <a:pt x="1682" y="674"/>
                </a:cubicBezTo>
                <a:cubicBezTo>
                  <a:pt x="1632" y="674"/>
                  <a:pt x="1635" y="628"/>
                  <a:pt x="1635" y="628"/>
                </a:cubicBezTo>
                <a:cubicBezTo>
                  <a:pt x="1635" y="600"/>
                  <a:pt x="1654" y="579"/>
                  <a:pt x="1654" y="579"/>
                </a:cubicBezTo>
                <a:cubicBezTo>
                  <a:pt x="1679" y="544"/>
                  <a:pt x="1705" y="503"/>
                  <a:pt x="1705" y="503"/>
                </a:cubicBezTo>
                <a:cubicBezTo>
                  <a:pt x="1739" y="451"/>
                  <a:pt x="1770" y="394"/>
                  <a:pt x="1770" y="394"/>
                </a:cubicBezTo>
                <a:cubicBezTo>
                  <a:pt x="1840" y="270"/>
                  <a:pt x="1830" y="184"/>
                  <a:pt x="1830" y="184"/>
                </a:cubicBezTo>
                <a:cubicBezTo>
                  <a:pt x="1830" y="0"/>
                  <a:pt x="1641" y="6"/>
                  <a:pt x="1641" y="6"/>
                </a:cubicBezTo>
                <a:cubicBezTo>
                  <a:pt x="1450" y="6"/>
                  <a:pt x="1445" y="148"/>
                  <a:pt x="1445" y="148"/>
                </a:cubicBezTo>
                <a:cubicBezTo>
                  <a:pt x="1445" y="540"/>
                  <a:pt x="1445" y="540"/>
                  <a:pt x="1445" y="540"/>
                </a:cubicBezTo>
                <a:cubicBezTo>
                  <a:pt x="1445" y="579"/>
                  <a:pt x="1408" y="626"/>
                  <a:pt x="1408" y="626"/>
                </a:cubicBezTo>
                <a:cubicBezTo>
                  <a:pt x="1384" y="666"/>
                  <a:pt x="1342" y="671"/>
                  <a:pt x="1342" y="671"/>
                </a:cubicBezTo>
                <a:cubicBezTo>
                  <a:pt x="1308" y="671"/>
                  <a:pt x="1308" y="634"/>
                  <a:pt x="1308" y="634"/>
                </a:cubicBezTo>
                <a:cubicBezTo>
                  <a:pt x="1308" y="310"/>
                  <a:pt x="1308" y="310"/>
                  <a:pt x="1308" y="310"/>
                </a:cubicBezTo>
                <a:cubicBezTo>
                  <a:pt x="1063" y="310"/>
                  <a:pt x="1063" y="310"/>
                  <a:pt x="1063" y="310"/>
                </a:cubicBezTo>
                <a:lnTo>
                  <a:pt x="1063" y="403"/>
                </a:lnTo>
                <a:close/>
                <a:moveTo>
                  <a:pt x="2494" y="701"/>
                </a:moveTo>
                <a:cubicBezTo>
                  <a:pt x="2494" y="701"/>
                  <a:pt x="2460" y="702"/>
                  <a:pt x="2448" y="676"/>
                </a:cubicBezTo>
                <a:cubicBezTo>
                  <a:pt x="2448" y="676"/>
                  <a:pt x="2433" y="648"/>
                  <a:pt x="2430" y="570"/>
                </a:cubicBezTo>
                <a:cubicBezTo>
                  <a:pt x="2430" y="569"/>
                  <a:pt x="2430" y="569"/>
                  <a:pt x="2430" y="569"/>
                </a:cubicBezTo>
                <a:cubicBezTo>
                  <a:pt x="2433" y="491"/>
                  <a:pt x="2448" y="463"/>
                  <a:pt x="2448" y="463"/>
                </a:cubicBezTo>
                <a:cubicBezTo>
                  <a:pt x="2460" y="437"/>
                  <a:pt x="2494" y="439"/>
                  <a:pt x="2494" y="439"/>
                </a:cubicBezTo>
                <a:cubicBezTo>
                  <a:pt x="2495" y="439"/>
                  <a:pt x="2495" y="439"/>
                  <a:pt x="2495" y="439"/>
                </a:cubicBezTo>
                <a:cubicBezTo>
                  <a:pt x="2495" y="439"/>
                  <a:pt x="2529" y="437"/>
                  <a:pt x="2541" y="463"/>
                </a:cubicBezTo>
                <a:cubicBezTo>
                  <a:pt x="2541" y="463"/>
                  <a:pt x="2556" y="491"/>
                  <a:pt x="2559" y="569"/>
                </a:cubicBezTo>
                <a:cubicBezTo>
                  <a:pt x="2559" y="570"/>
                  <a:pt x="2559" y="570"/>
                  <a:pt x="2559" y="570"/>
                </a:cubicBezTo>
                <a:cubicBezTo>
                  <a:pt x="2556" y="648"/>
                  <a:pt x="2541" y="676"/>
                  <a:pt x="2541" y="676"/>
                </a:cubicBezTo>
                <a:cubicBezTo>
                  <a:pt x="2529" y="702"/>
                  <a:pt x="2495" y="701"/>
                  <a:pt x="2495" y="701"/>
                </a:cubicBezTo>
                <a:lnTo>
                  <a:pt x="2494" y="701"/>
                </a:lnTo>
                <a:close/>
                <a:moveTo>
                  <a:pt x="2226" y="569"/>
                </a:moveTo>
                <a:cubicBezTo>
                  <a:pt x="2226" y="700"/>
                  <a:pt x="2313" y="771"/>
                  <a:pt x="2313" y="771"/>
                </a:cubicBezTo>
                <a:cubicBezTo>
                  <a:pt x="2381" y="839"/>
                  <a:pt x="2499" y="839"/>
                  <a:pt x="2499" y="839"/>
                </a:cubicBezTo>
                <a:cubicBezTo>
                  <a:pt x="2619" y="839"/>
                  <a:pt x="2690" y="762"/>
                  <a:pt x="2690" y="762"/>
                </a:cubicBezTo>
                <a:cubicBezTo>
                  <a:pt x="2764" y="694"/>
                  <a:pt x="2763" y="578"/>
                  <a:pt x="2763" y="578"/>
                </a:cubicBezTo>
                <a:cubicBezTo>
                  <a:pt x="2763" y="553"/>
                  <a:pt x="2759" y="531"/>
                  <a:pt x="2759" y="531"/>
                </a:cubicBezTo>
                <a:cubicBezTo>
                  <a:pt x="2754" y="517"/>
                  <a:pt x="2764" y="508"/>
                  <a:pt x="2764" y="508"/>
                </a:cubicBezTo>
                <a:cubicBezTo>
                  <a:pt x="2777" y="492"/>
                  <a:pt x="2799" y="489"/>
                  <a:pt x="2799" y="489"/>
                </a:cubicBezTo>
                <a:cubicBezTo>
                  <a:pt x="2822" y="489"/>
                  <a:pt x="2823" y="519"/>
                  <a:pt x="2823" y="519"/>
                </a:cubicBezTo>
                <a:cubicBezTo>
                  <a:pt x="2823" y="835"/>
                  <a:pt x="2823" y="835"/>
                  <a:pt x="2823" y="835"/>
                </a:cubicBezTo>
                <a:cubicBezTo>
                  <a:pt x="3027" y="835"/>
                  <a:pt x="3027" y="835"/>
                  <a:pt x="3027" y="835"/>
                </a:cubicBezTo>
                <a:cubicBezTo>
                  <a:pt x="3027" y="527"/>
                  <a:pt x="3027" y="527"/>
                  <a:pt x="3027" y="527"/>
                </a:cubicBezTo>
                <a:cubicBezTo>
                  <a:pt x="3027" y="478"/>
                  <a:pt x="3086" y="477"/>
                  <a:pt x="3086" y="477"/>
                </a:cubicBezTo>
                <a:cubicBezTo>
                  <a:pt x="3140" y="477"/>
                  <a:pt x="3140" y="520"/>
                  <a:pt x="3140" y="520"/>
                </a:cubicBezTo>
                <a:cubicBezTo>
                  <a:pt x="3140" y="725"/>
                  <a:pt x="3140" y="725"/>
                  <a:pt x="3140" y="725"/>
                </a:cubicBezTo>
                <a:cubicBezTo>
                  <a:pt x="3140" y="834"/>
                  <a:pt x="3239" y="835"/>
                  <a:pt x="3239" y="835"/>
                </a:cubicBezTo>
                <a:cubicBezTo>
                  <a:pt x="3405" y="835"/>
                  <a:pt x="3405" y="835"/>
                  <a:pt x="3405" y="835"/>
                </a:cubicBezTo>
                <a:cubicBezTo>
                  <a:pt x="3405" y="746"/>
                  <a:pt x="3405" y="746"/>
                  <a:pt x="3405" y="746"/>
                </a:cubicBezTo>
                <a:cubicBezTo>
                  <a:pt x="3374" y="746"/>
                  <a:pt x="3374" y="746"/>
                  <a:pt x="3374" y="746"/>
                </a:cubicBezTo>
                <a:cubicBezTo>
                  <a:pt x="3343" y="745"/>
                  <a:pt x="3343" y="710"/>
                  <a:pt x="3343" y="710"/>
                </a:cubicBezTo>
                <a:cubicBezTo>
                  <a:pt x="3343" y="424"/>
                  <a:pt x="3343" y="424"/>
                  <a:pt x="3343" y="424"/>
                </a:cubicBezTo>
                <a:cubicBezTo>
                  <a:pt x="3343" y="369"/>
                  <a:pt x="3293" y="329"/>
                  <a:pt x="3293" y="329"/>
                </a:cubicBezTo>
                <a:cubicBezTo>
                  <a:pt x="3264" y="300"/>
                  <a:pt x="3204" y="298"/>
                  <a:pt x="3204" y="298"/>
                </a:cubicBezTo>
                <a:cubicBezTo>
                  <a:pt x="3135" y="298"/>
                  <a:pt x="3087" y="335"/>
                  <a:pt x="3087" y="335"/>
                </a:cubicBezTo>
                <a:cubicBezTo>
                  <a:pt x="3057" y="356"/>
                  <a:pt x="3032" y="383"/>
                  <a:pt x="3032" y="383"/>
                </a:cubicBezTo>
                <a:cubicBezTo>
                  <a:pt x="3019" y="396"/>
                  <a:pt x="3011" y="382"/>
                  <a:pt x="3011" y="382"/>
                </a:cubicBezTo>
                <a:cubicBezTo>
                  <a:pt x="2996" y="350"/>
                  <a:pt x="2965" y="325"/>
                  <a:pt x="2965" y="325"/>
                </a:cubicBezTo>
                <a:cubicBezTo>
                  <a:pt x="2939" y="300"/>
                  <a:pt x="2893" y="301"/>
                  <a:pt x="2893" y="301"/>
                </a:cubicBezTo>
                <a:cubicBezTo>
                  <a:pt x="2836" y="301"/>
                  <a:pt x="2786" y="343"/>
                  <a:pt x="2786" y="343"/>
                </a:cubicBezTo>
                <a:cubicBezTo>
                  <a:pt x="2761" y="360"/>
                  <a:pt x="2723" y="404"/>
                  <a:pt x="2723" y="404"/>
                </a:cubicBezTo>
                <a:cubicBezTo>
                  <a:pt x="2717" y="411"/>
                  <a:pt x="2710" y="403"/>
                  <a:pt x="2710" y="403"/>
                </a:cubicBezTo>
                <a:cubicBezTo>
                  <a:pt x="2700" y="387"/>
                  <a:pt x="2680" y="369"/>
                  <a:pt x="2680" y="369"/>
                </a:cubicBezTo>
                <a:cubicBezTo>
                  <a:pt x="2616" y="303"/>
                  <a:pt x="2498" y="302"/>
                  <a:pt x="2498" y="302"/>
                </a:cubicBezTo>
                <a:cubicBezTo>
                  <a:pt x="2380" y="302"/>
                  <a:pt x="2306" y="376"/>
                  <a:pt x="2306" y="376"/>
                </a:cubicBezTo>
                <a:cubicBezTo>
                  <a:pt x="2230" y="442"/>
                  <a:pt x="2226" y="569"/>
                  <a:pt x="2226" y="569"/>
                </a:cubicBezTo>
                <a:moveTo>
                  <a:pt x="3495" y="785"/>
                </a:moveTo>
                <a:cubicBezTo>
                  <a:pt x="3503" y="785"/>
                  <a:pt x="3510" y="785"/>
                  <a:pt x="3510" y="775"/>
                </a:cubicBezTo>
                <a:cubicBezTo>
                  <a:pt x="3510" y="767"/>
                  <a:pt x="3503" y="766"/>
                  <a:pt x="3496" y="766"/>
                </a:cubicBezTo>
                <a:cubicBezTo>
                  <a:pt x="3483" y="766"/>
                  <a:pt x="3483" y="766"/>
                  <a:pt x="3483" y="766"/>
                </a:cubicBezTo>
                <a:cubicBezTo>
                  <a:pt x="3483" y="785"/>
                  <a:pt x="3483" y="785"/>
                  <a:pt x="3483" y="785"/>
                </a:cubicBezTo>
                <a:lnTo>
                  <a:pt x="3495" y="785"/>
                </a:lnTo>
                <a:close/>
                <a:moveTo>
                  <a:pt x="3483" y="820"/>
                </a:moveTo>
                <a:cubicBezTo>
                  <a:pt x="3474" y="820"/>
                  <a:pt x="3474" y="820"/>
                  <a:pt x="3474" y="820"/>
                </a:cubicBezTo>
                <a:cubicBezTo>
                  <a:pt x="3474" y="758"/>
                  <a:pt x="3474" y="758"/>
                  <a:pt x="3474" y="758"/>
                </a:cubicBezTo>
                <a:cubicBezTo>
                  <a:pt x="3498" y="758"/>
                  <a:pt x="3498" y="758"/>
                  <a:pt x="3498" y="758"/>
                </a:cubicBezTo>
                <a:cubicBezTo>
                  <a:pt x="3512" y="758"/>
                  <a:pt x="3519" y="764"/>
                  <a:pt x="3519" y="776"/>
                </a:cubicBezTo>
                <a:cubicBezTo>
                  <a:pt x="3519" y="787"/>
                  <a:pt x="3513" y="792"/>
                  <a:pt x="3503" y="793"/>
                </a:cubicBezTo>
                <a:cubicBezTo>
                  <a:pt x="3521" y="820"/>
                  <a:pt x="3521" y="820"/>
                  <a:pt x="3521" y="820"/>
                </a:cubicBezTo>
                <a:cubicBezTo>
                  <a:pt x="3511" y="820"/>
                  <a:pt x="3511" y="820"/>
                  <a:pt x="3511" y="820"/>
                </a:cubicBezTo>
                <a:cubicBezTo>
                  <a:pt x="3494" y="793"/>
                  <a:pt x="3494" y="793"/>
                  <a:pt x="3494" y="793"/>
                </a:cubicBezTo>
                <a:cubicBezTo>
                  <a:pt x="3483" y="793"/>
                  <a:pt x="3483" y="793"/>
                  <a:pt x="3483" y="793"/>
                </a:cubicBezTo>
                <a:lnTo>
                  <a:pt x="3483" y="820"/>
                </a:lnTo>
                <a:close/>
                <a:moveTo>
                  <a:pt x="3495" y="843"/>
                </a:moveTo>
                <a:cubicBezTo>
                  <a:pt x="3465" y="843"/>
                  <a:pt x="3440" y="820"/>
                  <a:pt x="3440" y="789"/>
                </a:cubicBezTo>
                <a:cubicBezTo>
                  <a:pt x="3440" y="758"/>
                  <a:pt x="3465" y="736"/>
                  <a:pt x="3495" y="736"/>
                </a:cubicBezTo>
                <a:cubicBezTo>
                  <a:pt x="3524" y="736"/>
                  <a:pt x="3549" y="758"/>
                  <a:pt x="3549" y="789"/>
                </a:cubicBezTo>
                <a:cubicBezTo>
                  <a:pt x="3549" y="820"/>
                  <a:pt x="3524" y="843"/>
                  <a:pt x="3495" y="843"/>
                </a:cubicBezTo>
                <a:moveTo>
                  <a:pt x="3451" y="789"/>
                </a:moveTo>
                <a:cubicBezTo>
                  <a:pt x="3451" y="815"/>
                  <a:pt x="3470" y="834"/>
                  <a:pt x="3495" y="834"/>
                </a:cubicBezTo>
                <a:cubicBezTo>
                  <a:pt x="3519" y="834"/>
                  <a:pt x="3538" y="815"/>
                  <a:pt x="3538" y="789"/>
                </a:cubicBezTo>
                <a:cubicBezTo>
                  <a:pt x="3538" y="764"/>
                  <a:pt x="3519" y="745"/>
                  <a:pt x="3495" y="745"/>
                </a:cubicBezTo>
                <a:cubicBezTo>
                  <a:pt x="3470" y="745"/>
                  <a:pt x="3451" y="764"/>
                  <a:pt x="3451" y="789"/>
                </a:cubicBezTo>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21"/>
          <p:cNvSpPr txBox="1">
            <a:spLocks noGrp="1"/>
          </p:cNvSpPr>
          <p:nvPr>
            <p:ph type="body" idx="2"/>
          </p:nvPr>
        </p:nvSpPr>
        <p:spPr>
          <a:xfrm>
            <a:off x="1274164" y="2776880"/>
            <a:ext cx="6595800" cy="312600"/>
          </a:xfrm>
          <a:prstGeom prst="rect">
            <a:avLst/>
          </a:prstGeom>
          <a:noFill/>
          <a:ln>
            <a:noFill/>
          </a:ln>
        </p:spPr>
        <p:txBody>
          <a:bodyPr spcFirstLastPara="1" wrap="square" lIns="0" tIns="0" rIns="0" bIns="0" anchor="b" anchorCtr="0">
            <a:noAutofit/>
          </a:bodyPr>
          <a:lstStyle>
            <a:lvl1pPr marL="457200" lvl="0" indent="-228600" algn="ctr">
              <a:lnSpc>
                <a:spcPct val="100000"/>
              </a:lnSpc>
              <a:spcBef>
                <a:spcPts val="500"/>
              </a:spcBef>
              <a:spcAft>
                <a:spcPts val="0"/>
              </a:spcAft>
              <a:buClr>
                <a:schemeClr val="lt1"/>
              </a:buClr>
              <a:buSzPts val="1800"/>
              <a:buNone/>
              <a:defRPr sz="1800" b="1"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ver v3">
  <p:cSld name="Cover v3">
    <p:spTree>
      <p:nvGrpSpPr>
        <p:cNvPr id="1" name="Shape 121"/>
        <p:cNvGrpSpPr/>
        <p:nvPr/>
      </p:nvGrpSpPr>
      <p:grpSpPr>
        <a:xfrm>
          <a:off x="0" y="0"/>
          <a:ext cx="0" cy="0"/>
          <a:chOff x="0" y="0"/>
          <a:chExt cx="0" cy="0"/>
        </a:xfrm>
      </p:grpSpPr>
      <p:sp>
        <p:nvSpPr>
          <p:cNvPr id="122" name="Google Shape;122;p22"/>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23" name="Google Shape;123;p22"/>
          <p:cNvSpPr txBox="1">
            <a:spLocks noGrp="1"/>
          </p:cNvSpPr>
          <p:nvPr>
            <p:ph type="body" idx="1"/>
          </p:nvPr>
        </p:nvSpPr>
        <p:spPr>
          <a:xfrm>
            <a:off x="1274164" y="4254750"/>
            <a:ext cx="6595800" cy="19740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500"/>
              </a:spcBef>
              <a:spcAft>
                <a:spcPts val="0"/>
              </a:spcAft>
              <a:buClr>
                <a:schemeClr val="dk2"/>
              </a:buClr>
              <a:buSzPts val="1100"/>
              <a:buNone/>
              <a:defRPr sz="1100" b="0"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4" name="Google Shape;124;p22"/>
          <p:cNvSpPr txBox="1">
            <a:spLocks noGrp="1"/>
          </p:cNvSpPr>
          <p:nvPr>
            <p:ph type="body" idx="2"/>
          </p:nvPr>
        </p:nvSpPr>
        <p:spPr>
          <a:xfrm>
            <a:off x="1274164" y="3885921"/>
            <a:ext cx="6595800" cy="312600"/>
          </a:xfrm>
          <a:prstGeom prst="rect">
            <a:avLst/>
          </a:prstGeom>
          <a:noFill/>
          <a:ln>
            <a:noFill/>
          </a:ln>
        </p:spPr>
        <p:txBody>
          <a:bodyPr spcFirstLastPara="1" wrap="square" lIns="0" tIns="0" rIns="0" bIns="0" anchor="b" anchorCtr="0">
            <a:noAutofit/>
          </a:bodyPr>
          <a:lstStyle>
            <a:lvl1pPr marL="457200" lvl="0" indent="-228600" algn="ctr">
              <a:lnSpc>
                <a:spcPct val="100000"/>
              </a:lnSpc>
              <a:spcBef>
                <a:spcPts val="500"/>
              </a:spcBef>
              <a:spcAft>
                <a:spcPts val="0"/>
              </a:spcAft>
              <a:buClr>
                <a:schemeClr val="dk2"/>
              </a:buClr>
              <a:buSzPts val="1800"/>
              <a:buNone/>
              <a:defRPr sz="1800" b="1"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5" name="Google Shape;125;p22"/>
          <p:cNvSpPr/>
          <p:nvPr/>
        </p:nvSpPr>
        <p:spPr>
          <a:xfrm>
            <a:off x="3140440" y="539362"/>
            <a:ext cx="2863120" cy="689254"/>
          </a:xfrm>
          <a:custGeom>
            <a:avLst/>
            <a:gdLst/>
            <a:ahLst/>
            <a:cxnLst/>
            <a:rect l="l" t="t" r="r" b="b"/>
            <a:pathLst>
              <a:path w="3549" h="853" extrusionOk="0">
                <a:moveTo>
                  <a:pt x="300" y="592"/>
                </a:moveTo>
                <a:cubicBezTo>
                  <a:pt x="300" y="666"/>
                  <a:pt x="374" y="666"/>
                  <a:pt x="374" y="666"/>
                </a:cubicBezTo>
                <a:cubicBezTo>
                  <a:pt x="449" y="666"/>
                  <a:pt x="449" y="592"/>
                  <a:pt x="449" y="592"/>
                </a:cubicBezTo>
                <a:cubicBezTo>
                  <a:pt x="449" y="175"/>
                  <a:pt x="449" y="175"/>
                  <a:pt x="449" y="175"/>
                </a:cubicBezTo>
                <a:cubicBezTo>
                  <a:pt x="360" y="175"/>
                  <a:pt x="360" y="175"/>
                  <a:pt x="360" y="175"/>
                </a:cubicBezTo>
                <a:cubicBezTo>
                  <a:pt x="360" y="39"/>
                  <a:pt x="360" y="39"/>
                  <a:pt x="360" y="39"/>
                </a:cubicBezTo>
                <a:cubicBezTo>
                  <a:pt x="660" y="39"/>
                  <a:pt x="660" y="39"/>
                  <a:pt x="660" y="39"/>
                </a:cubicBezTo>
                <a:cubicBezTo>
                  <a:pt x="660" y="602"/>
                  <a:pt x="660" y="602"/>
                  <a:pt x="660" y="602"/>
                </a:cubicBezTo>
                <a:cubicBezTo>
                  <a:pt x="658" y="664"/>
                  <a:pt x="709" y="666"/>
                  <a:pt x="709" y="666"/>
                </a:cubicBezTo>
                <a:cubicBezTo>
                  <a:pt x="767" y="666"/>
                  <a:pt x="794" y="602"/>
                  <a:pt x="794" y="602"/>
                </a:cubicBezTo>
                <a:cubicBezTo>
                  <a:pt x="837" y="513"/>
                  <a:pt x="833" y="428"/>
                  <a:pt x="833" y="428"/>
                </a:cubicBezTo>
                <a:cubicBezTo>
                  <a:pt x="833" y="286"/>
                  <a:pt x="794" y="175"/>
                  <a:pt x="794" y="175"/>
                </a:cubicBezTo>
                <a:cubicBezTo>
                  <a:pt x="720" y="175"/>
                  <a:pt x="720" y="175"/>
                  <a:pt x="720" y="175"/>
                </a:cubicBezTo>
                <a:cubicBezTo>
                  <a:pt x="720" y="39"/>
                  <a:pt x="720" y="39"/>
                  <a:pt x="720" y="39"/>
                </a:cubicBezTo>
                <a:cubicBezTo>
                  <a:pt x="967" y="39"/>
                  <a:pt x="967" y="39"/>
                  <a:pt x="967" y="39"/>
                </a:cubicBezTo>
                <a:cubicBezTo>
                  <a:pt x="1020" y="170"/>
                  <a:pt x="1024" y="394"/>
                  <a:pt x="1024" y="394"/>
                </a:cubicBezTo>
                <a:cubicBezTo>
                  <a:pt x="1026" y="693"/>
                  <a:pt x="882" y="789"/>
                  <a:pt x="882" y="789"/>
                </a:cubicBezTo>
                <a:cubicBezTo>
                  <a:pt x="812" y="853"/>
                  <a:pt x="709" y="843"/>
                  <a:pt x="709" y="843"/>
                </a:cubicBezTo>
                <a:cubicBezTo>
                  <a:pt x="600" y="843"/>
                  <a:pt x="543" y="750"/>
                  <a:pt x="543" y="750"/>
                </a:cubicBezTo>
                <a:cubicBezTo>
                  <a:pt x="475" y="845"/>
                  <a:pt x="360" y="843"/>
                  <a:pt x="360" y="843"/>
                </a:cubicBezTo>
                <a:cubicBezTo>
                  <a:pt x="89" y="843"/>
                  <a:pt x="89" y="586"/>
                  <a:pt x="89" y="586"/>
                </a:cubicBezTo>
                <a:cubicBezTo>
                  <a:pt x="89" y="175"/>
                  <a:pt x="89" y="175"/>
                  <a:pt x="89" y="175"/>
                </a:cubicBezTo>
                <a:cubicBezTo>
                  <a:pt x="0" y="175"/>
                  <a:pt x="0" y="175"/>
                  <a:pt x="0" y="175"/>
                </a:cubicBezTo>
                <a:cubicBezTo>
                  <a:pt x="0" y="39"/>
                  <a:pt x="0" y="39"/>
                  <a:pt x="0" y="39"/>
                </a:cubicBezTo>
                <a:cubicBezTo>
                  <a:pt x="300" y="39"/>
                  <a:pt x="300" y="39"/>
                  <a:pt x="300" y="39"/>
                </a:cubicBezTo>
                <a:lnTo>
                  <a:pt x="300" y="592"/>
                </a:lnTo>
                <a:close/>
                <a:moveTo>
                  <a:pt x="1212" y="100"/>
                </a:moveTo>
                <a:cubicBezTo>
                  <a:pt x="1085" y="100"/>
                  <a:pt x="1086" y="197"/>
                  <a:pt x="1086" y="197"/>
                </a:cubicBezTo>
                <a:cubicBezTo>
                  <a:pt x="1086" y="293"/>
                  <a:pt x="1212" y="293"/>
                  <a:pt x="1212" y="293"/>
                </a:cubicBezTo>
                <a:cubicBezTo>
                  <a:pt x="1337" y="293"/>
                  <a:pt x="1337" y="197"/>
                  <a:pt x="1337" y="197"/>
                </a:cubicBezTo>
                <a:cubicBezTo>
                  <a:pt x="1337" y="100"/>
                  <a:pt x="1212" y="100"/>
                  <a:pt x="1212" y="100"/>
                </a:cubicBezTo>
                <a:moveTo>
                  <a:pt x="1637" y="405"/>
                </a:moveTo>
                <a:cubicBezTo>
                  <a:pt x="1637" y="405"/>
                  <a:pt x="1628" y="413"/>
                  <a:pt x="1628" y="388"/>
                </a:cubicBezTo>
                <a:cubicBezTo>
                  <a:pt x="1628" y="215"/>
                  <a:pt x="1628" y="215"/>
                  <a:pt x="1628" y="215"/>
                </a:cubicBezTo>
                <a:cubicBezTo>
                  <a:pt x="1628" y="215"/>
                  <a:pt x="1628" y="172"/>
                  <a:pt x="1643" y="148"/>
                </a:cubicBezTo>
                <a:cubicBezTo>
                  <a:pt x="1643" y="148"/>
                  <a:pt x="1659" y="121"/>
                  <a:pt x="1679" y="121"/>
                </a:cubicBezTo>
                <a:cubicBezTo>
                  <a:pt x="1679" y="121"/>
                  <a:pt x="1696" y="120"/>
                  <a:pt x="1707" y="143"/>
                </a:cubicBezTo>
                <a:cubicBezTo>
                  <a:pt x="1707" y="143"/>
                  <a:pt x="1716" y="165"/>
                  <a:pt x="1716" y="189"/>
                </a:cubicBezTo>
                <a:cubicBezTo>
                  <a:pt x="1716" y="189"/>
                  <a:pt x="1715" y="225"/>
                  <a:pt x="1707" y="251"/>
                </a:cubicBezTo>
                <a:cubicBezTo>
                  <a:pt x="1707" y="251"/>
                  <a:pt x="1680" y="345"/>
                  <a:pt x="1645" y="395"/>
                </a:cubicBezTo>
                <a:cubicBezTo>
                  <a:pt x="1645" y="395"/>
                  <a:pt x="1641" y="402"/>
                  <a:pt x="1637" y="405"/>
                </a:cubicBezTo>
                <a:moveTo>
                  <a:pt x="1911" y="588"/>
                </a:moveTo>
                <a:cubicBezTo>
                  <a:pt x="1911" y="588"/>
                  <a:pt x="1924" y="560"/>
                  <a:pt x="1938" y="518"/>
                </a:cubicBezTo>
                <a:cubicBezTo>
                  <a:pt x="1938" y="518"/>
                  <a:pt x="1942" y="507"/>
                  <a:pt x="1946" y="507"/>
                </a:cubicBezTo>
                <a:cubicBezTo>
                  <a:pt x="1946" y="507"/>
                  <a:pt x="1950" y="505"/>
                  <a:pt x="1955" y="516"/>
                </a:cubicBezTo>
                <a:cubicBezTo>
                  <a:pt x="1955" y="516"/>
                  <a:pt x="1964" y="536"/>
                  <a:pt x="1973" y="551"/>
                </a:cubicBezTo>
                <a:cubicBezTo>
                  <a:pt x="1973" y="551"/>
                  <a:pt x="1989" y="581"/>
                  <a:pt x="1997" y="598"/>
                </a:cubicBezTo>
                <a:cubicBezTo>
                  <a:pt x="1997" y="598"/>
                  <a:pt x="2007" y="617"/>
                  <a:pt x="2007" y="631"/>
                </a:cubicBezTo>
                <a:cubicBezTo>
                  <a:pt x="2007" y="631"/>
                  <a:pt x="2007" y="652"/>
                  <a:pt x="1993" y="671"/>
                </a:cubicBezTo>
                <a:cubicBezTo>
                  <a:pt x="1993" y="671"/>
                  <a:pt x="1980" y="693"/>
                  <a:pt x="1952" y="693"/>
                </a:cubicBezTo>
                <a:cubicBezTo>
                  <a:pt x="1952" y="693"/>
                  <a:pt x="1929" y="693"/>
                  <a:pt x="1915" y="681"/>
                </a:cubicBezTo>
                <a:cubicBezTo>
                  <a:pt x="1915" y="681"/>
                  <a:pt x="1901" y="673"/>
                  <a:pt x="1892" y="658"/>
                </a:cubicBezTo>
                <a:cubicBezTo>
                  <a:pt x="1892" y="658"/>
                  <a:pt x="1888" y="652"/>
                  <a:pt x="1887" y="645"/>
                </a:cubicBezTo>
                <a:cubicBezTo>
                  <a:pt x="1887" y="645"/>
                  <a:pt x="1888" y="638"/>
                  <a:pt x="1892" y="632"/>
                </a:cubicBezTo>
                <a:cubicBezTo>
                  <a:pt x="1892" y="632"/>
                  <a:pt x="1903" y="609"/>
                  <a:pt x="1911" y="588"/>
                </a:cubicBezTo>
                <a:moveTo>
                  <a:pt x="1063" y="403"/>
                </a:moveTo>
                <a:cubicBezTo>
                  <a:pt x="1105" y="403"/>
                  <a:pt x="1103" y="430"/>
                  <a:pt x="1103" y="430"/>
                </a:cubicBezTo>
                <a:cubicBezTo>
                  <a:pt x="1103" y="714"/>
                  <a:pt x="1103" y="714"/>
                  <a:pt x="1103" y="714"/>
                </a:cubicBezTo>
                <a:cubicBezTo>
                  <a:pt x="1103" y="768"/>
                  <a:pt x="1143" y="803"/>
                  <a:pt x="1143" y="803"/>
                </a:cubicBezTo>
                <a:cubicBezTo>
                  <a:pt x="1179" y="840"/>
                  <a:pt x="1248" y="839"/>
                  <a:pt x="1248" y="839"/>
                </a:cubicBezTo>
                <a:cubicBezTo>
                  <a:pt x="1324" y="839"/>
                  <a:pt x="1367" y="799"/>
                  <a:pt x="1367" y="799"/>
                </a:cubicBezTo>
                <a:cubicBezTo>
                  <a:pt x="1407" y="772"/>
                  <a:pt x="1439" y="734"/>
                  <a:pt x="1439" y="734"/>
                </a:cubicBezTo>
                <a:cubicBezTo>
                  <a:pt x="1443" y="730"/>
                  <a:pt x="1448" y="729"/>
                  <a:pt x="1448" y="729"/>
                </a:cubicBezTo>
                <a:cubicBezTo>
                  <a:pt x="1454" y="729"/>
                  <a:pt x="1456" y="735"/>
                  <a:pt x="1456" y="735"/>
                </a:cubicBezTo>
                <a:cubicBezTo>
                  <a:pt x="1463" y="770"/>
                  <a:pt x="1499" y="799"/>
                  <a:pt x="1499" y="799"/>
                </a:cubicBezTo>
                <a:cubicBezTo>
                  <a:pt x="1540" y="839"/>
                  <a:pt x="1608" y="839"/>
                  <a:pt x="1608" y="839"/>
                </a:cubicBezTo>
                <a:cubicBezTo>
                  <a:pt x="1683" y="839"/>
                  <a:pt x="1735" y="802"/>
                  <a:pt x="1735" y="802"/>
                </a:cubicBezTo>
                <a:cubicBezTo>
                  <a:pt x="1773" y="780"/>
                  <a:pt x="1810" y="741"/>
                  <a:pt x="1810" y="741"/>
                </a:cubicBezTo>
                <a:cubicBezTo>
                  <a:pt x="1814" y="737"/>
                  <a:pt x="1820" y="737"/>
                  <a:pt x="1820" y="737"/>
                </a:cubicBezTo>
                <a:cubicBezTo>
                  <a:pt x="1827" y="737"/>
                  <a:pt x="1830" y="741"/>
                  <a:pt x="1830" y="741"/>
                </a:cubicBezTo>
                <a:cubicBezTo>
                  <a:pt x="1857" y="778"/>
                  <a:pt x="1919" y="811"/>
                  <a:pt x="1919" y="811"/>
                </a:cubicBezTo>
                <a:cubicBezTo>
                  <a:pt x="1969" y="839"/>
                  <a:pt x="2025" y="839"/>
                  <a:pt x="2025" y="839"/>
                </a:cubicBezTo>
                <a:cubicBezTo>
                  <a:pt x="2107" y="839"/>
                  <a:pt x="2162" y="770"/>
                  <a:pt x="2162" y="770"/>
                </a:cubicBezTo>
                <a:cubicBezTo>
                  <a:pt x="2211" y="721"/>
                  <a:pt x="2212" y="650"/>
                  <a:pt x="2212" y="650"/>
                </a:cubicBezTo>
                <a:cubicBezTo>
                  <a:pt x="2212" y="579"/>
                  <a:pt x="2174" y="522"/>
                  <a:pt x="2174" y="522"/>
                </a:cubicBezTo>
                <a:cubicBezTo>
                  <a:pt x="2159" y="495"/>
                  <a:pt x="2108" y="423"/>
                  <a:pt x="2108" y="423"/>
                </a:cubicBezTo>
                <a:cubicBezTo>
                  <a:pt x="2073" y="374"/>
                  <a:pt x="2066" y="346"/>
                  <a:pt x="2066" y="346"/>
                </a:cubicBezTo>
                <a:cubicBezTo>
                  <a:pt x="2061" y="328"/>
                  <a:pt x="2060" y="310"/>
                  <a:pt x="2060" y="310"/>
                </a:cubicBezTo>
                <a:cubicBezTo>
                  <a:pt x="1880" y="310"/>
                  <a:pt x="1880" y="310"/>
                  <a:pt x="1880" y="310"/>
                </a:cubicBezTo>
                <a:cubicBezTo>
                  <a:pt x="1878" y="421"/>
                  <a:pt x="1836" y="513"/>
                  <a:pt x="1836" y="513"/>
                </a:cubicBezTo>
                <a:cubicBezTo>
                  <a:pt x="1809" y="589"/>
                  <a:pt x="1759" y="636"/>
                  <a:pt x="1759" y="636"/>
                </a:cubicBezTo>
                <a:cubicBezTo>
                  <a:pt x="1725" y="673"/>
                  <a:pt x="1682" y="674"/>
                  <a:pt x="1682" y="674"/>
                </a:cubicBezTo>
                <a:cubicBezTo>
                  <a:pt x="1632" y="674"/>
                  <a:pt x="1635" y="628"/>
                  <a:pt x="1635" y="628"/>
                </a:cubicBezTo>
                <a:cubicBezTo>
                  <a:pt x="1635" y="600"/>
                  <a:pt x="1654" y="579"/>
                  <a:pt x="1654" y="579"/>
                </a:cubicBezTo>
                <a:cubicBezTo>
                  <a:pt x="1679" y="544"/>
                  <a:pt x="1705" y="503"/>
                  <a:pt x="1705" y="503"/>
                </a:cubicBezTo>
                <a:cubicBezTo>
                  <a:pt x="1739" y="451"/>
                  <a:pt x="1770" y="394"/>
                  <a:pt x="1770" y="394"/>
                </a:cubicBezTo>
                <a:cubicBezTo>
                  <a:pt x="1840" y="270"/>
                  <a:pt x="1830" y="184"/>
                  <a:pt x="1830" y="184"/>
                </a:cubicBezTo>
                <a:cubicBezTo>
                  <a:pt x="1830" y="0"/>
                  <a:pt x="1641" y="6"/>
                  <a:pt x="1641" y="6"/>
                </a:cubicBezTo>
                <a:cubicBezTo>
                  <a:pt x="1450" y="6"/>
                  <a:pt x="1445" y="148"/>
                  <a:pt x="1445" y="148"/>
                </a:cubicBezTo>
                <a:cubicBezTo>
                  <a:pt x="1445" y="540"/>
                  <a:pt x="1445" y="540"/>
                  <a:pt x="1445" y="540"/>
                </a:cubicBezTo>
                <a:cubicBezTo>
                  <a:pt x="1445" y="579"/>
                  <a:pt x="1408" y="626"/>
                  <a:pt x="1408" y="626"/>
                </a:cubicBezTo>
                <a:cubicBezTo>
                  <a:pt x="1384" y="666"/>
                  <a:pt x="1342" y="671"/>
                  <a:pt x="1342" y="671"/>
                </a:cubicBezTo>
                <a:cubicBezTo>
                  <a:pt x="1308" y="671"/>
                  <a:pt x="1308" y="634"/>
                  <a:pt x="1308" y="634"/>
                </a:cubicBezTo>
                <a:cubicBezTo>
                  <a:pt x="1308" y="310"/>
                  <a:pt x="1308" y="310"/>
                  <a:pt x="1308" y="310"/>
                </a:cubicBezTo>
                <a:cubicBezTo>
                  <a:pt x="1063" y="310"/>
                  <a:pt x="1063" y="310"/>
                  <a:pt x="1063" y="310"/>
                </a:cubicBezTo>
                <a:lnTo>
                  <a:pt x="1063" y="403"/>
                </a:lnTo>
                <a:close/>
                <a:moveTo>
                  <a:pt x="2494" y="701"/>
                </a:moveTo>
                <a:cubicBezTo>
                  <a:pt x="2494" y="701"/>
                  <a:pt x="2460" y="702"/>
                  <a:pt x="2448" y="676"/>
                </a:cubicBezTo>
                <a:cubicBezTo>
                  <a:pt x="2448" y="676"/>
                  <a:pt x="2433" y="648"/>
                  <a:pt x="2430" y="570"/>
                </a:cubicBezTo>
                <a:cubicBezTo>
                  <a:pt x="2430" y="569"/>
                  <a:pt x="2430" y="569"/>
                  <a:pt x="2430" y="569"/>
                </a:cubicBezTo>
                <a:cubicBezTo>
                  <a:pt x="2433" y="491"/>
                  <a:pt x="2448" y="463"/>
                  <a:pt x="2448" y="463"/>
                </a:cubicBezTo>
                <a:cubicBezTo>
                  <a:pt x="2460" y="437"/>
                  <a:pt x="2494" y="439"/>
                  <a:pt x="2494" y="439"/>
                </a:cubicBezTo>
                <a:cubicBezTo>
                  <a:pt x="2495" y="439"/>
                  <a:pt x="2495" y="439"/>
                  <a:pt x="2495" y="439"/>
                </a:cubicBezTo>
                <a:cubicBezTo>
                  <a:pt x="2495" y="439"/>
                  <a:pt x="2529" y="437"/>
                  <a:pt x="2541" y="463"/>
                </a:cubicBezTo>
                <a:cubicBezTo>
                  <a:pt x="2541" y="463"/>
                  <a:pt x="2556" y="491"/>
                  <a:pt x="2559" y="569"/>
                </a:cubicBezTo>
                <a:cubicBezTo>
                  <a:pt x="2559" y="570"/>
                  <a:pt x="2559" y="570"/>
                  <a:pt x="2559" y="570"/>
                </a:cubicBezTo>
                <a:cubicBezTo>
                  <a:pt x="2556" y="648"/>
                  <a:pt x="2541" y="676"/>
                  <a:pt x="2541" y="676"/>
                </a:cubicBezTo>
                <a:cubicBezTo>
                  <a:pt x="2529" y="702"/>
                  <a:pt x="2495" y="701"/>
                  <a:pt x="2495" y="701"/>
                </a:cubicBezTo>
                <a:lnTo>
                  <a:pt x="2494" y="701"/>
                </a:lnTo>
                <a:close/>
                <a:moveTo>
                  <a:pt x="2226" y="569"/>
                </a:moveTo>
                <a:cubicBezTo>
                  <a:pt x="2226" y="700"/>
                  <a:pt x="2313" y="771"/>
                  <a:pt x="2313" y="771"/>
                </a:cubicBezTo>
                <a:cubicBezTo>
                  <a:pt x="2381" y="839"/>
                  <a:pt x="2499" y="839"/>
                  <a:pt x="2499" y="839"/>
                </a:cubicBezTo>
                <a:cubicBezTo>
                  <a:pt x="2619" y="839"/>
                  <a:pt x="2690" y="762"/>
                  <a:pt x="2690" y="762"/>
                </a:cubicBezTo>
                <a:cubicBezTo>
                  <a:pt x="2764" y="694"/>
                  <a:pt x="2763" y="578"/>
                  <a:pt x="2763" y="578"/>
                </a:cubicBezTo>
                <a:cubicBezTo>
                  <a:pt x="2763" y="553"/>
                  <a:pt x="2759" y="531"/>
                  <a:pt x="2759" y="531"/>
                </a:cubicBezTo>
                <a:cubicBezTo>
                  <a:pt x="2754" y="517"/>
                  <a:pt x="2764" y="508"/>
                  <a:pt x="2764" y="508"/>
                </a:cubicBezTo>
                <a:cubicBezTo>
                  <a:pt x="2777" y="492"/>
                  <a:pt x="2799" y="489"/>
                  <a:pt x="2799" y="489"/>
                </a:cubicBezTo>
                <a:cubicBezTo>
                  <a:pt x="2822" y="489"/>
                  <a:pt x="2823" y="519"/>
                  <a:pt x="2823" y="519"/>
                </a:cubicBezTo>
                <a:cubicBezTo>
                  <a:pt x="2823" y="835"/>
                  <a:pt x="2823" y="835"/>
                  <a:pt x="2823" y="835"/>
                </a:cubicBezTo>
                <a:cubicBezTo>
                  <a:pt x="3027" y="835"/>
                  <a:pt x="3027" y="835"/>
                  <a:pt x="3027" y="835"/>
                </a:cubicBezTo>
                <a:cubicBezTo>
                  <a:pt x="3027" y="527"/>
                  <a:pt x="3027" y="527"/>
                  <a:pt x="3027" y="527"/>
                </a:cubicBezTo>
                <a:cubicBezTo>
                  <a:pt x="3027" y="478"/>
                  <a:pt x="3086" y="477"/>
                  <a:pt x="3086" y="477"/>
                </a:cubicBezTo>
                <a:cubicBezTo>
                  <a:pt x="3140" y="477"/>
                  <a:pt x="3140" y="520"/>
                  <a:pt x="3140" y="520"/>
                </a:cubicBezTo>
                <a:cubicBezTo>
                  <a:pt x="3140" y="725"/>
                  <a:pt x="3140" y="725"/>
                  <a:pt x="3140" y="725"/>
                </a:cubicBezTo>
                <a:cubicBezTo>
                  <a:pt x="3140" y="834"/>
                  <a:pt x="3239" y="835"/>
                  <a:pt x="3239" y="835"/>
                </a:cubicBezTo>
                <a:cubicBezTo>
                  <a:pt x="3405" y="835"/>
                  <a:pt x="3405" y="835"/>
                  <a:pt x="3405" y="835"/>
                </a:cubicBezTo>
                <a:cubicBezTo>
                  <a:pt x="3405" y="746"/>
                  <a:pt x="3405" y="746"/>
                  <a:pt x="3405" y="746"/>
                </a:cubicBezTo>
                <a:cubicBezTo>
                  <a:pt x="3374" y="746"/>
                  <a:pt x="3374" y="746"/>
                  <a:pt x="3374" y="746"/>
                </a:cubicBezTo>
                <a:cubicBezTo>
                  <a:pt x="3343" y="745"/>
                  <a:pt x="3343" y="710"/>
                  <a:pt x="3343" y="710"/>
                </a:cubicBezTo>
                <a:cubicBezTo>
                  <a:pt x="3343" y="424"/>
                  <a:pt x="3343" y="424"/>
                  <a:pt x="3343" y="424"/>
                </a:cubicBezTo>
                <a:cubicBezTo>
                  <a:pt x="3343" y="369"/>
                  <a:pt x="3293" y="329"/>
                  <a:pt x="3293" y="329"/>
                </a:cubicBezTo>
                <a:cubicBezTo>
                  <a:pt x="3264" y="300"/>
                  <a:pt x="3204" y="298"/>
                  <a:pt x="3204" y="298"/>
                </a:cubicBezTo>
                <a:cubicBezTo>
                  <a:pt x="3135" y="298"/>
                  <a:pt x="3087" y="335"/>
                  <a:pt x="3087" y="335"/>
                </a:cubicBezTo>
                <a:cubicBezTo>
                  <a:pt x="3057" y="356"/>
                  <a:pt x="3032" y="383"/>
                  <a:pt x="3032" y="383"/>
                </a:cubicBezTo>
                <a:cubicBezTo>
                  <a:pt x="3019" y="396"/>
                  <a:pt x="3011" y="382"/>
                  <a:pt x="3011" y="382"/>
                </a:cubicBezTo>
                <a:cubicBezTo>
                  <a:pt x="2996" y="350"/>
                  <a:pt x="2965" y="325"/>
                  <a:pt x="2965" y="325"/>
                </a:cubicBezTo>
                <a:cubicBezTo>
                  <a:pt x="2939" y="300"/>
                  <a:pt x="2893" y="301"/>
                  <a:pt x="2893" y="301"/>
                </a:cubicBezTo>
                <a:cubicBezTo>
                  <a:pt x="2836" y="301"/>
                  <a:pt x="2786" y="343"/>
                  <a:pt x="2786" y="343"/>
                </a:cubicBezTo>
                <a:cubicBezTo>
                  <a:pt x="2761" y="360"/>
                  <a:pt x="2723" y="404"/>
                  <a:pt x="2723" y="404"/>
                </a:cubicBezTo>
                <a:cubicBezTo>
                  <a:pt x="2717" y="411"/>
                  <a:pt x="2710" y="403"/>
                  <a:pt x="2710" y="403"/>
                </a:cubicBezTo>
                <a:cubicBezTo>
                  <a:pt x="2700" y="387"/>
                  <a:pt x="2680" y="369"/>
                  <a:pt x="2680" y="369"/>
                </a:cubicBezTo>
                <a:cubicBezTo>
                  <a:pt x="2616" y="303"/>
                  <a:pt x="2498" y="302"/>
                  <a:pt x="2498" y="302"/>
                </a:cubicBezTo>
                <a:cubicBezTo>
                  <a:pt x="2380" y="302"/>
                  <a:pt x="2306" y="376"/>
                  <a:pt x="2306" y="376"/>
                </a:cubicBezTo>
                <a:cubicBezTo>
                  <a:pt x="2230" y="442"/>
                  <a:pt x="2226" y="569"/>
                  <a:pt x="2226" y="569"/>
                </a:cubicBezTo>
                <a:moveTo>
                  <a:pt x="3495" y="785"/>
                </a:moveTo>
                <a:cubicBezTo>
                  <a:pt x="3503" y="785"/>
                  <a:pt x="3510" y="785"/>
                  <a:pt x="3510" y="775"/>
                </a:cubicBezTo>
                <a:cubicBezTo>
                  <a:pt x="3510" y="767"/>
                  <a:pt x="3503" y="766"/>
                  <a:pt x="3496" y="766"/>
                </a:cubicBezTo>
                <a:cubicBezTo>
                  <a:pt x="3483" y="766"/>
                  <a:pt x="3483" y="766"/>
                  <a:pt x="3483" y="766"/>
                </a:cubicBezTo>
                <a:cubicBezTo>
                  <a:pt x="3483" y="785"/>
                  <a:pt x="3483" y="785"/>
                  <a:pt x="3483" y="785"/>
                </a:cubicBezTo>
                <a:lnTo>
                  <a:pt x="3495" y="785"/>
                </a:lnTo>
                <a:close/>
                <a:moveTo>
                  <a:pt x="3483" y="820"/>
                </a:moveTo>
                <a:cubicBezTo>
                  <a:pt x="3474" y="820"/>
                  <a:pt x="3474" y="820"/>
                  <a:pt x="3474" y="820"/>
                </a:cubicBezTo>
                <a:cubicBezTo>
                  <a:pt x="3474" y="758"/>
                  <a:pt x="3474" y="758"/>
                  <a:pt x="3474" y="758"/>
                </a:cubicBezTo>
                <a:cubicBezTo>
                  <a:pt x="3498" y="758"/>
                  <a:pt x="3498" y="758"/>
                  <a:pt x="3498" y="758"/>
                </a:cubicBezTo>
                <a:cubicBezTo>
                  <a:pt x="3512" y="758"/>
                  <a:pt x="3519" y="764"/>
                  <a:pt x="3519" y="776"/>
                </a:cubicBezTo>
                <a:cubicBezTo>
                  <a:pt x="3519" y="787"/>
                  <a:pt x="3513" y="792"/>
                  <a:pt x="3503" y="793"/>
                </a:cubicBezTo>
                <a:cubicBezTo>
                  <a:pt x="3521" y="820"/>
                  <a:pt x="3521" y="820"/>
                  <a:pt x="3521" y="820"/>
                </a:cubicBezTo>
                <a:cubicBezTo>
                  <a:pt x="3511" y="820"/>
                  <a:pt x="3511" y="820"/>
                  <a:pt x="3511" y="820"/>
                </a:cubicBezTo>
                <a:cubicBezTo>
                  <a:pt x="3494" y="793"/>
                  <a:pt x="3494" y="793"/>
                  <a:pt x="3494" y="793"/>
                </a:cubicBezTo>
                <a:cubicBezTo>
                  <a:pt x="3483" y="793"/>
                  <a:pt x="3483" y="793"/>
                  <a:pt x="3483" y="793"/>
                </a:cubicBezTo>
                <a:lnTo>
                  <a:pt x="3483" y="820"/>
                </a:lnTo>
                <a:close/>
                <a:moveTo>
                  <a:pt x="3495" y="843"/>
                </a:moveTo>
                <a:cubicBezTo>
                  <a:pt x="3465" y="843"/>
                  <a:pt x="3440" y="820"/>
                  <a:pt x="3440" y="789"/>
                </a:cubicBezTo>
                <a:cubicBezTo>
                  <a:pt x="3440" y="758"/>
                  <a:pt x="3465" y="736"/>
                  <a:pt x="3495" y="736"/>
                </a:cubicBezTo>
                <a:cubicBezTo>
                  <a:pt x="3524" y="736"/>
                  <a:pt x="3549" y="758"/>
                  <a:pt x="3549" y="789"/>
                </a:cubicBezTo>
                <a:cubicBezTo>
                  <a:pt x="3549" y="820"/>
                  <a:pt x="3524" y="843"/>
                  <a:pt x="3495" y="843"/>
                </a:cubicBezTo>
                <a:moveTo>
                  <a:pt x="3451" y="789"/>
                </a:moveTo>
                <a:cubicBezTo>
                  <a:pt x="3451" y="815"/>
                  <a:pt x="3470" y="834"/>
                  <a:pt x="3495" y="834"/>
                </a:cubicBezTo>
                <a:cubicBezTo>
                  <a:pt x="3519" y="834"/>
                  <a:pt x="3538" y="815"/>
                  <a:pt x="3538" y="789"/>
                </a:cubicBezTo>
                <a:cubicBezTo>
                  <a:pt x="3538" y="764"/>
                  <a:pt x="3519" y="745"/>
                  <a:pt x="3495" y="745"/>
                </a:cubicBezTo>
                <a:cubicBezTo>
                  <a:pt x="3470" y="745"/>
                  <a:pt x="3451" y="764"/>
                  <a:pt x="3451" y="789"/>
                </a:cubicBezTo>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22"/>
          <p:cNvSpPr txBox="1">
            <a:spLocks noGrp="1"/>
          </p:cNvSpPr>
          <p:nvPr>
            <p:ph type="body" idx="3"/>
          </p:nvPr>
        </p:nvSpPr>
        <p:spPr>
          <a:xfrm>
            <a:off x="1274164" y="2995203"/>
            <a:ext cx="6595800" cy="741000"/>
          </a:xfrm>
          <a:prstGeom prst="rect">
            <a:avLst/>
          </a:prstGeom>
          <a:noFill/>
          <a:ln>
            <a:noFill/>
          </a:ln>
        </p:spPr>
        <p:txBody>
          <a:bodyPr spcFirstLastPara="1" wrap="square" lIns="0" tIns="0" rIns="0" bIns="0" anchor="b" anchorCtr="0">
            <a:spAutoFit/>
          </a:bodyPr>
          <a:lstStyle>
            <a:lvl1pPr marL="457200" lvl="0" indent="-228600" algn="ctr">
              <a:lnSpc>
                <a:spcPct val="80000"/>
              </a:lnSpc>
              <a:spcBef>
                <a:spcPts val="500"/>
              </a:spcBef>
              <a:spcAft>
                <a:spcPts val="0"/>
              </a:spcAft>
              <a:buClr>
                <a:schemeClr val="dk2"/>
              </a:buClr>
              <a:buSzPts val="3000"/>
              <a:buNone/>
              <a:defRPr sz="3000" b="1"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ver v4">
  <p:cSld name="Cover v4">
    <p:spTree>
      <p:nvGrpSpPr>
        <p:cNvPr id="1" name="Shape 127"/>
        <p:cNvGrpSpPr/>
        <p:nvPr/>
      </p:nvGrpSpPr>
      <p:grpSpPr>
        <a:xfrm>
          <a:off x="0" y="0"/>
          <a:ext cx="0" cy="0"/>
          <a:chOff x="0" y="0"/>
          <a:chExt cx="0" cy="0"/>
        </a:xfrm>
      </p:grpSpPr>
      <p:sp>
        <p:nvSpPr>
          <p:cNvPr id="128" name="Google Shape;128;p23"/>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29" name="Google Shape;129;p23"/>
          <p:cNvSpPr/>
          <p:nvPr/>
        </p:nvSpPr>
        <p:spPr>
          <a:xfrm>
            <a:off x="109998" y="108358"/>
            <a:ext cx="8924100" cy="49269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30" name="Google Shape;130;p23"/>
          <p:cNvSpPr txBox="1">
            <a:spLocks noGrp="1"/>
          </p:cNvSpPr>
          <p:nvPr>
            <p:ph type="body" idx="1"/>
          </p:nvPr>
        </p:nvSpPr>
        <p:spPr>
          <a:xfrm>
            <a:off x="1274164" y="4254750"/>
            <a:ext cx="6595800" cy="197400"/>
          </a:xfrm>
          <a:prstGeom prst="rect">
            <a:avLst/>
          </a:prstGeom>
          <a:noFill/>
          <a:ln>
            <a:noFill/>
          </a:ln>
        </p:spPr>
        <p:txBody>
          <a:bodyPr spcFirstLastPara="1" wrap="square" lIns="0" tIns="0" rIns="0" bIns="0" anchor="t" anchorCtr="0">
            <a:noAutofit/>
          </a:bodyPr>
          <a:lstStyle>
            <a:lvl1pPr marL="457200" lvl="0" indent="-228600" algn="ctr">
              <a:lnSpc>
                <a:spcPct val="100000"/>
              </a:lnSpc>
              <a:spcBef>
                <a:spcPts val="500"/>
              </a:spcBef>
              <a:spcAft>
                <a:spcPts val="0"/>
              </a:spcAft>
              <a:buClr>
                <a:schemeClr val="lt1"/>
              </a:buClr>
              <a:buSzPts val="1100"/>
              <a:buNone/>
              <a:defRPr sz="1100" b="0"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1" name="Google Shape;131;p23"/>
          <p:cNvSpPr txBox="1">
            <a:spLocks noGrp="1"/>
          </p:cNvSpPr>
          <p:nvPr>
            <p:ph type="body" idx="2"/>
          </p:nvPr>
        </p:nvSpPr>
        <p:spPr>
          <a:xfrm>
            <a:off x="1274164" y="3885921"/>
            <a:ext cx="6595800" cy="312600"/>
          </a:xfrm>
          <a:prstGeom prst="rect">
            <a:avLst/>
          </a:prstGeom>
          <a:noFill/>
          <a:ln>
            <a:noFill/>
          </a:ln>
        </p:spPr>
        <p:txBody>
          <a:bodyPr spcFirstLastPara="1" wrap="square" lIns="0" tIns="0" rIns="0" bIns="0" anchor="b" anchorCtr="0">
            <a:noAutofit/>
          </a:bodyPr>
          <a:lstStyle>
            <a:lvl1pPr marL="457200" lvl="0" indent="-228600" algn="ctr">
              <a:lnSpc>
                <a:spcPct val="100000"/>
              </a:lnSpc>
              <a:spcBef>
                <a:spcPts val="500"/>
              </a:spcBef>
              <a:spcAft>
                <a:spcPts val="0"/>
              </a:spcAft>
              <a:buClr>
                <a:schemeClr val="lt1"/>
              </a:buClr>
              <a:buSzPts val="1800"/>
              <a:buNone/>
              <a:defRPr sz="1800" b="1"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2" name="Google Shape;132;p23"/>
          <p:cNvSpPr/>
          <p:nvPr/>
        </p:nvSpPr>
        <p:spPr>
          <a:xfrm>
            <a:off x="3140440" y="539362"/>
            <a:ext cx="2863120" cy="689254"/>
          </a:xfrm>
          <a:custGeom>
            <a:avLst/>
            <a:gdLst/>
            <a:ahLst/>
            <a:cxnLst/>
            <a:rect l="l" t="t" r="r" b="b"/>
            <a:pathLst>
              <a:path w="3549" h="853" extrusionOk="0">
                <a:moveTo>
                  <a:pt x="300" y="592"/>
                </a:moveTo>
                <a:cubicBezTo>
                  <a:pt x="300" y="666"/>
                  <a:pt x="374" y="666"/>
                  <a:pt x="374" y="666"/>
                </a:cubicBezTo>
                <a:cubicBezTo>
                  <a:pt x="449" y="666"/>
                  <a:pt x="449" y="592"/>
                  <a:pt x="449" y="592"/>
                </a:cubicBezTo>
                <a:cubicBezTo>
                  <a:pt x="449" y="175"/>
                  <a:pt x="449" y="175"/>
                  <a:pt x="449" y="175"/>
                </a:cubicBezTo>
                <a:cubicBezTo>
                  <a:pt x="360" y="175"/>
                  <a:pt x="360" y="175"/>
                  <a:pt x="360" y="175"/>
                </a:cubicBezTo>
                <a:cubicBezTo>
                  <a:pt x="360" y="39"/>
                  <a:pt x="360" y="39"/>
                  <a:pt x="360" y="39"/>
                </a:cubicBezTo>
                <a:cubicBezTo>
                  <a:pt x="660" y="39"/>
                  <a:pt x="660" y="39"/>
                  <a:pt x="660" y="39"/>
                </a:cubicBezTo>
                <a:cubicBezTo>
                  <a:pt x="660" y="602"/>
                  <a:pt x="660" y="602"/>
                  <a:pt x="660" y="602"/>
                </a:cubicBezTo>
                <a:cubicBezTo>
                  <a:pt x="658" y="664"/>
                  <a:pt x="709" y="666"/>
                  <a:pt x="709" y="666"/>
                </a:cubicBezTo>
                <a:cubicBezTo>
                  <a:pt x="767" y="666"/>
                  <a:pt x="794" y="602"/>
                  <a:pt x="794" y="602"/>
                </a:cubicBezTo>
                <a:cubicBezTo>
                  <a:pt x="837" y="513"/>
                  <a:pt x="833" y="428"/>
                  <a:pt x="833" y="428"/>
                </a:cubicBezTo>
                <a:cubicBezTo>
                  <a:pt x="833" y="286"/>
                  <a:pt x="794" y="175"/>
                  <a:pt x="794" y="175"/>
                </a:cubicBezTo>
                <a:cubicBezTo>
                  <a:pt x="720" y="175"/>
                  <a:pt x="720" y="175"/>
                  <a:pt x="720" y="175"/>
                </a:cubicBezTo>
                <a:cubicBezTo>
                  <a:pt x="720" y="39"/>
                  <a:pt x="720" y="39"/>
                  <a:pt x="720" y="39"/>
                </a:cubicBezTo>
                <a:cubicBezTo>
                  <a:pt x="967" y="39"/>
                  <a:pt x="967" y="39"/>
                  <a:pt x="967" y="39"/>
                </a:cubicBezTo>
                <a:cubicBezTo>
                  <a:pt x="1020" y="170"/>
                  <a:pt x="1024" y="394"/>
                  <a:pt x="1024" y="394"/>
                </a:cubicBezTo>
                <a:cubicBezTo>
                  <a:pt x="1026" y="693"/>
                  <a:pt x="882" y="789"/>
                  <a:pt x="882" y="789"/>
                </a:cubicBezTo>
                <a:cubicBezTo>
                  <a:pt x="812" y="853"/>
                  <a:pt x="709" y="843"/>
                  <a:pt x="709" y="843"/>
                </a:cubicBezTo>
                <a:cubicBezTo>
                  <a:pt x="600" y="843"/>
                  <a:pt x="543" y="750"/>
                  <a:pt x="543" y="750"/>
                </a:cubicBezTo>
                <a:cubicBezTo>
                  <a:pt x="475" y="845"/>
                  <a:pt x="360" y="843"/>
                  <a:pt x="360" y="843"/>
                </a:cubicBezTo>
                <a:cubicBezTo>
                  <a:pt x="89" y="843"/>
                  <a:pt x="89" y="586"/>
                  <a:pt x="89" y="586"/>
                </a:cubicBezTo>
                <a:cubicBezTo>
                  <a:pt x="89" y="175"/>
                  <a:pt x="89" y="175"/>
                  <a:pt x="89" y="175"/>
                </a:cubicBezTo>
                <a:cubicBezTo>
                  <a:pt x="0" y="175"/>
                  <a:pt x="0" y="175"/>
                  <a:pt x="0" y="175"/>
                </a:cubicBezTo>
                <a:cubicBezTo>
                  <a:pt x="0" y="39"/>
                  <a:pt x="0" y="39"/>
                  <a:pt x="0" y="39"/>
                </a:cubicBezTo>
                <a:cubicBezTo>
                  <a:pt x="300" y="39"/>
                  <a:pt x="300" y="39"/>
                  <a:pt x="300" y="39"/>
                </a:cubicBezTo>
                <a:lnTo>
                  <a:pt x="300" y="592"/>
                </a:lnTo>
                <a:close/>
                <a:moveTo>
                  <a:pt x="1212" y="100"/>
                </a:moveTo>
                <a:cubicBezTo>
                  <a:pt x="1085" y="100"/>
                  <a:pt x="1086" y="197"/>
                  <a:pt x="1086" y="197"/>
                </a:cubicBezTo>
                <a:cubicBezTo>
                  <a:pt x="1086" y="293"/>
                  <a:pt x="1212" y="293"/>
                  <a:pt x="1212" y="293"/>
                </a:cubicBezTo>
                <a:cubicBezTo>
                  <a:pt x="1337" y="293"/>
                  <a:pt x="1337" y="197"/>
                  <a:pt x="1337" y="197"/>
                </a:cubicBezTo>
                <a:cubicBezTo>
                  <a:pt x="1337" y="100"/>
                  <a:pt x="1212" y="100"/>
                  <a:pt x="1212" y="100"/>
                </a:cubicBezTo>
                <a:moveTo>
                  <a:pt x="1637" y="405"/>
                </a:moveTo>
                <a:cubicBezTo>
                  <a:pt x="1637" y="405"/>
                  <a:pt x="1628" y="413"/>
                  <a:pt x="1628" y="388"/>
                </a:cubicBezTo>
                <a:cubicBezTo>
                  <a:pt x="1628" y="215"/>
                  <a:pt x="1628" y="215"/>
                  <a:pt x="1628" y="215"/>
                </a:cubicBezTo>
                <a:cubicBezTo>
                  <a:pt x="1628" y="215"/>
                  <a:pt x="1628" y="172"/>
                  <a:pt x="1643" y="148"/>
                </a:cubicBezTo>
                <a:cubicBezTo>
                  <a:pt x="1643" y="148"/>
                  <a:pt x="1659" y="121"/>
                  <a:pt x="1679" y="121"/>
                </a:cubicBezTo>
                <a:cubicBezTo>
                  <a:pt x="1679" y="121"/>
                  <a:pt x="1696" y="120"/>
                  <a:pt x="1707" y="143"/>
                </a:cubicBezTo>
                <a:cubicBezTo>
                  <a:pt x="1707" y="143"/>
                  <a:pt x="1716" y="165"/>
                  <a:pt x="1716" y="189"/>
                </a:cubicBezTo>
                <a:cubicBezTo>
                  <a:pt x="1716" y="189"/>
                  <a:pt x="1715" y="225"/>
                  <a:pt x="1707" y="251"/>
                </a:cubicBezTo>
                <a:cubicBezTo>
                  <a:pt x="1707" y="251"/>
                  <a:pt x="1680" y="345"/>
                  <a:pt x="1645" y="395"/>
                </a:cubicBezTo>
                <a:cubicBezTo>
                  <a:pt x="1645" y="395"/>
                  <a:pt x="1641" y="402"/>
                  <a:pt x="1637" y="405"/>
                </a:cubicBezTo>
                <a:moveTo>
                  <a:pt x="1911" y="588"/>
                </a:moveTo>
                <a:cubicBezTo>
                  <a:pt x="1911" y="588"/>
                  <a:pt x="1924" y="560"/>
                  <a:pt x="1938" y="518"/>
                </a:cubicBezTo>
                <a:cubicBezTo>
                  <a:pt x="1938" y="518"/>
                  <a:pt x="1942" y="507"/>
                  <a:pt x="1946" y="507"/>
                </a:cubicBezTo>
                <a:cubicBezTo>
                  <a:pt x="1946" y="507"/>
                  <a:pt x="1950" y="505"/>
                  <a:pt x="1955" y="516"/>
                </a:cubicBezTo>
                <a:cubicBezTo>
                  <a:pt x="1955" y="516"/>
                  <a:pt x="1964" y="536"/>
                  <a:pt x="1973" y="551"/>
                </a:cubicBezTo>
                <a:cubicBezTo>
                  <a:pt x="1973" y="551"/>
                  <a:pt x="1989" y="581"/>
                  <a:pt x="1997" y="598"/>
                </a:cubicBezTo>
                <a:cubicBezTo>
                  <a:pt x="1997" y="598"/>
                  <a:pt x="2007" y="617"/>
                  <a:pt x="2007" y="631"/>
                </a:cubicBezTo>
                <a:cubicBezTo>
                  <a:pt x="2007" y="631"/>
                  <a:pt x="2007" y="652"/>
                  <a:pt x="1993" y="671"/>
                </a:cubicBezTo>
                <a:cubicBezTo>
                  <a:pt x="1993" y="671"/>
                  <a:pt x="1980" y="693"/>
                  <a:pt x="1952" y="693"/>
                </a:cubicBezTo>
                <a:cubicBezTo>
                  <a:pt x="1952" y="693"/>
                  <a:pt x="1929" y="693"/>
                  <a:pt x="1915" y="681"/>
                </a:cubicBezTo>
                <a:cubicBezTo>
                  <a:pt x="1915" y="681"/>
                  <a:pt x="1901" y="673"/>
                  <a:pt x="1892" y="658"/>
                </a:cubicBezTo>
                <a:cubicBezTo>
                  <a:pt x="1892" y="658"/>
                  <a:pt x="1888" y="652"/>
                  <a:pt x="1887" y="645"/>
                </a:cubicBezTo>
                <a:cubicBezTo>
                  <a:pt x="1887" y="645"/>
                  <a:pt x="1888" y="638"/>
                  <a:pt x="1892" y="632"/>
                </a:cubicBezTo>
                <a:cubicBezTo>
                  <a:pt x="1892" y="632"/>
                  <a:pt x="1903" y="609"/>
                  <a:pt x="1911" y="588"/>
                </a:cubicBezTo>
                <a:moveTo>
                  <a:pt x="1063" y="403"/>
                </a:moveTo>
                <a:cubicBezTo>
                  <a:pt x="1105" y="403"/>
                  <a:pt x="1103" y="430"/>
                  <a:pt x="1103" y="430"/>
                </a:cubicBezTo>
                <a:cubicBezTo>
                  <a:pt x="1103" y="714"/>
                  <a:pt x="1103" y="714"/>
                  <a:pt x="1103" y="714"/>
                </a:cubicBezTo>
                <a:cubicBezTo>
                  <a:pt x="1103" y="768"/>
                  <a:pt x="1143" y="803"/>
                  <a:pt x="1143" y="803"/>
                </a:cubicBezTo>
                <a:cubicBezTo>
                  <a:pt x="1179" y="840"/>
                  <a:pt x="1248" y="839"/>
                  <a:pt x="1248" y="839"/>
                </a:cubicBezTo>
                <a:cubicBezTo>
                  <a:pt x="1324" y="839"/>
                  <a:pt x="1367" y="799"/>
                  <a:pt x="1367" y="799"/>
                </a:cubicBezTo>
                <a:cubicBezTo>
                  <a:pt x="1407" y="772"/>
                  <a:pt x="1439" y="734"/>
                  <a:pt x="1439" y="734"/>
                </a:cubicBezTo>
                <a:cubicBezTo>
                  <a:pt x="1443" y="730"/>
                  <a:pt x="1448" y="729"/>
                  <a:pt x="1448" y="729"/>
                </a:cubicBezTo>
                <a:cubicBezTo>
                  <a:pt x="1454" y="729"/>
                  <a:pt x="1456" y="735"/>
                  <a:pt x="1456" y="735"/>
                </a:cubicBezTo>
                <a:cubicBezTo>
                  <a:pt x="1463" y="770"/>
                  <a:pt x="1499" y="799"/>
                  <a:pt x="1499" y="799"/>
                </a:cubicBezTo>
                <a:cubicBezTo>
                  <a:pt x="1540" y="839"/>
                  <a:pt x="1608" y="839"/>
                  <a:pt x="1608" y="839"/>
                </a:cubicBezTo>
                <a:cubicBezTo>
                  <a:pt x="1683" y="839"/>
                  <a:pt x="1735" y="802"/>
                  <a:pt x="1735" y="802"/>
                </a:cubicBezTo>
                <a:cubicBezTo>
                  <a:pt x="1773" y="780"/>
                  <a:pt x="1810" y="741"/>
                  <a:pt x="1810" y="741"/>
                </a:cubicBezTo>
                <a:cubicBezTo>
                  <a:pt x="1814" y="737"/>
                  <a:pt x="1820" y="737"/>
                  <a:pt x="1820" y="737"/>
                </a:cubicBezTo>
                <a:cubicBezTo>
                  <a:pt x="1827" y="737"/>
                  <a:pt x="1830" y="741"/>
                  <a:pt x="1830" y="741"/>
                </a:cubicBezTo>
                <a:cubicBezTo>
                  <a:pt x="1857" y="778"/>
                  <a:pt x="1919" y="811"/>
                  <a:pt x="1919" y="811"/>
                </a:cubicBezTo>
                <a:cubicBezTo>
                  <a:pt x="1969" y="839"/>
                  <a:pt x="2025" y="839"/>
                  <a:pt x="2025" y="839"/>
                </a:cubicBezTo>
                <a:cubicBezTo>
                  <a:pt x="2107" y="839"/>
                  <a:pt x="2162" y="770"/>
                  <a:pt x="2162" y="770"/>
                </a:cubicBezTo>
                <a:cubicBezTo>
                  <a:pt x="2211" y="721"/>
                  <a:pt x="2212" y="650"/>
                  <a:pt x="2212" y="650"/>
                </a:cubicBezTo>
                <a:cubicBezTo>
                  <a:pt x="2212" y="579"/>
                  <a:pt x="2174" y="522"/>
                  <a:pt x="2174" y="522"/>
                </a:cubicBezTo>
                <a:cubicBezTo>
                  <a:pt x="2159" y="495"/>
                  <a:pt x="2108" y="423"/>
                  <a:pt x="2108" y="423"/>
                </a:cubicBezTo>
                <a:cubicBezTo>
                  <a:pt x="2073" y="374"/>
                  <a:pt x="2066" y="346"/>
                  <a:pt x="2066" y="346"/>
                </a:cubicBezTo>
                <a:cubicBezTo>
                  <a:pt x="2061" y="328"/>
                  <a:pt x="2060" y="310"/>
                  <a:pt x="2060" y="310"/>
                </a:cubicBezTo>
                <a:cubicBezTo>
                  <a:pt x="1880" y="310"/>
                  <a:pt x="1880" y="310"/>
                  <a:pt x="1880" y="310"/>
                </a:cubicBezTo>
                <a:cubicBezTo>
                  <a:pt x="1878" y="421"/>
                  <a:pt x="1836" y="513"/>
                  <a:pt x="1836" y="513"/>
                </a:cubicBezTo>
                <a:cubicBezTo>
                  <a:pt x="1809" y="589"/>
                  <a:pt x="1759" y="636"/>
                  <a:pt x="1759" y="636"/>
                </a:cubicBezTo>
                <a:cubicBezTo>
                  <a:pt x="1725" y="673"/>
                  <a:pt x="1682" y="674"/>
                  <a:pt x="1682" y="674"/>
                </a:cubicBezTo>
                <a:cubicBezTo>
                  <a:pt x="1632" y="674"/>
                  <a:pt x="1635" y="628"/>
                  <a:pt x="1635" y="628"/>
                </a:cubicBezTo>
                <a:cubicBezTo>
                  <a:pt x="1635" y="600"/>
                  <a:pt x="1654" y="579"/>
                  <a:pt x="1654" y="579"/>
                </a:cubicBezTo>
                <a:cubicBezTo>
                  <a:pt x="1679" y="544"/>
                  <a:pt x="1705" y="503"/>
                  <a:pt x="1705" y="503"/>
                </a:cubicBezTo>
                <a:cubicBezTo>
                  <a:pt x="1739" y="451"/>
                  <a:pt x="1770" y="394"/>
                  <a:pt x="1770" y="394"/>
                </a:cubicBezTo>
                <a:cubicBezTo>
                  <a:pt x="1840" y="270"/>
                  <a:pt x="1830" y="184"/>
                  <a:pt x="1830" y="184"/>
                </a:cubicBezTo>
                <a:cubicBezTo>
                  <a:pt x="1830" y="0"/>
                  <a:pt x="1641" y="6"/>
                  <a:pt x="1641" y="6"/>
                </a:cubicBezTo>
                <a:cubicBezTo>
                  <a:pt x="1450" y="6"/>
                  <a:pt x="1445" y="148"/>
                  <a:pt x="1445" y="148"/>
                </a:cubicBezTo>
                <a:cubicBezTo>
                  <a:pt x="1445" y="540"/>
                  <a:pt x="1445" y="540"/>
                  <a:pt x="1445" y="540"/>
                </a:cubicBezTo>
                <a:cubicBezTo>
                  <a:pt x="1445" y="579"/>
                  <a:pt x="1408" y="626"/>
                  <a:pt x="1408" y="626"/>
                </a:cubicBezTo>
                <a:cubicBezTo>
                  <a:pt x="1384" y="666"/>
                  <a:pt x="1342" y="671"/>
                  <a:pt x="1342" y="671"/>
                </a:cubicBezTo>
                <a:cubicBezTo>
                  <a:pt x="1308" y="671"/>
                  <a:pt x="1308" y="634"/>
                  <a:pt x="1308" y="634"/>
                </a:cubicBezTo>
                <a:cubicBezTo>
                  <a:pt x="1308" y="310"/>
                  <a:pt x="1308" y="310"/>
                  <a:pt x="1308" y="310"/>
                </a:cubicBezTo>
                <a:cubicBezTo>
                  <a:pt x="1063" y="310"/>
                  <a:pt x="1063" y="310"/>
                  <a:pt x="1063" y="310"/>
                </a:cubicBezTo>
                <a:lnTo>
                  <a:pt x="1063" y="403"/>
                </a:lnTo>
                <a:close/>
                <a:moveTo>
                  <a:pt x="2494" y="701"/>
                </a:moveTo>
                <a:cubicBezTo>
                  <a:pt x="2494" y="701"/>
                  <a:pt x="2460" y="702"/>
                  <a:pt x="2448" y="676"/>
                </a:cubicBezTo>
                <a:cubicBezTo>
                  <a:pt x="2448" y="676"/>
                  <a:pt x="2433" y="648"/>
                  <a:pt x="2430" y="570"/>
                </a:cubicBezTo>
                <a:cubicBezTo>
                  <a:pt x="2430" y="569"/>
                  <a:pt x="2430" y="569"/>
                  <a:pt x="2430" y="569"/>
                </a:cubicBezTo>
                <a:cubicBezTo>
                  <a:pt x="2433" y="491"/>
                  <a:pt x="2448" y="463"/>
                  <a:pt x="2448" y="463"/>
                </a:cubicBezTo>
                <a:cubicBezTo>
                  <a:pt x="2460" y="437"/>
                  <a:pt x="2494" y="439"/>
                  <a:pt x="2494" y="439"/>
                </a:cubicBezTo>
                <a:cubicBezTo>
                  <a:pt x="2495" y="439"/>
                  <a:pt x="2495" y="439"/>
                  <a:pt x="2495" y="439"/>
                </a:cubicBezTo>
                <a:cubicBezTo>
                  <a:pt x="2495" y="439"/>
                  <a:pt x="2529" y="437"/>
                  <a:pt x="2541" y="463"/>
                </a:cubicBezTo>
                <a:cubicBezTo>
                  <a:pt x="2541" y="463"/>
                  <a:pt x="2556" y="491"/>
                  <a:pt x="2559" y="569"/>
                </a:cubicBezTo>
                <a:cubicBezTo>
                  <a:pt x="2559" y="570"/>
                  <a:pt x="2559" y="570"/>
                  <a:pt x="2559" y="570"/>
                </a:cubicBezTo>
                <a:cubicBezTo>
                  <a:pt x="2556" y="648"/>
                  <a:pt x="2541" y="676"/>
                  <a:pt x="2541" y="676"/>
                </a:cubicBezTo>
                <a:cubicBezTo>
                  <a:pt x="2529" y="702"/>
                  <a:pt x="2495" y="701"/>
                  <a:pt x="2495" y="701"/>
                </a:cubicBezTo>
                <a:lnTo>
                  <a:pt x="2494" y="701"/>
                </a:lnTo>
                <a:close/>
                <a:moveTo>
                  <a:pt x="2226" y="569"/>
                </a:moveTo>
                <a:cubicBezTo>
                  <a:pt x="2226" y="700"/>
                  <a:pt x="2313" y="771"/>
                  <a:pt x="2313" y="771"/>
                </a:cubicBezTo>
                <a:cubicBezTo>
                  <a:pt x="2381" y="839"/>
                  <a:pt x="2499" y="839"/>
                  <a:pt x="2499" y="839"/>
                </a:cubicBezTo>
                <a:cubicBezTo>
                  <a:pt x="2619" y="839"/>
                  <a:pt x="2690" y="762"/>
                  <a:pt x="2690" y="762"/>
                </a:cubicBezTo>
                <a:cubicBezTo>
                  <a:pt x="2764" y="694"/>
                  <a:pt x="2763" y="578"/>
                  <a:pt x="2763" y="578"/>
                </a:cubicBezTo>
                <a:cubicBezTo>
                  <a:pt x="2763" y="553"/>
                  <a:pt x="2759" y="531"/>
                  <a:pt x="2759" y="531"/>
                </a:cubicBezTo>
                <a:cubicBezTo>
                  <a:pt x="2754" y="517"/>
                  <a:pt x="2764" y="508"/>
                  <a:pt x="2764" y="508"/>
                </a:cubicBezTo>
                <a:cubicBezTo>
                  <a:pt x="2777" y="492"/>
                  <a:pt x="2799" y="489"/>
                  <a:pt x="2799" y="489"/>
                </a:cubicBezTo>
                <a:cubicBezTo>
                  <a:pt x="2822" y="489"/>
                  <a:pt x="2823" y="519"/>
                  <a:pt x="2823" y="519"/>
                </a:cubicBezTo>
                <a:cubicBezTo>
                  <a:pt x="2823" y="835"/>
                  <a:pt x="2823" y="835"/>
                  <a:pt x="2823" y="835"/>
                </a:cubicBezTo>
                <a:cubicBezTo>
                  <a:pt x="3027" y="835"/>
                  <a:pt x="3027" y="835"/>
                  <a:pt x="3027" y="835"/>
                </a:cubicBezTo>
                <a:cubicBezTo>
                  <a:pt x="3027" y="527"/>
                  <a:pt x="3027" y="527"/>
                  <a:pt x="3027" y="527"/>
                </a:cubicBezTo>
                <a:cubicBezTo>
                  <a:pt x="3027" y="478"/>
                  <a:pt x="3086" y="477"/>
                  <a:pt x="3086" y="477"/>
                </a:cubicBezTo>
                <a:cubicBezTo>
                  <a:pt x="3140" y="477"/>
                  <a:pt x="3140" y="520"/>
                  <a:pt x="3140" y="520"/>
                </a:cubicBezTo>
                <a:cubicBezTo>
                  <a:pt x="3140" y="725"/>
                  <a:pt x="3140" y="725"/>
                  <a:pt x="3140" y="725"/>
                </a:cubicBezTo>
                <a:cubicBezTo>
                  <a:pt x="3140" y="834"/>
                  <a:pt x="3239" y="835"/>
                  <a:pt x="3239" y="835"/>
                </a:cubicBezTo>
                <a:cubicBezTo>
                  <a:pt x="3405" y="835"/>
                  <a:pt x="3405" y="835"/>
                  <a:pt x="3405" y="835"/>
                </a:cubicBezTo>
                <a:cubicBezTo>
                  <a:pt x="3405" y="746"/>
                  <a:pt x="3405" y="746"/>
                  <a:pt x="3405" y="746"/>
                </a:cubicBezTo>
                <a:cubicBezTo>
                  <a:pt x="3374" y="746"/>
                  <a:pt x="3374" y="746"/>
                  <a:pt x="3374" y="746"/>
                </a:cubicBezTo>
                <a:cubicBezTo>
                  <a:pt x="3343" y="745"/>
                  <a:pt x="3343" y="710"/>
                  <a:pt x="3343" y="710"/>
                </a:cubicBezTo>
                <a:cubicBezTo>
                  <a:pt x="3343" y="424"/>
                  <a:pt x="3343" y="424"/>
                  <a:pt x="3343" y="424"/>
                </a:cubicBezTo>
                <a:cubicBezTo>
                  <a:pt x="3343" y="369"/>
                  <a:pt x="3293" y="329"/>
                  <a:pt x="3293" y="329"/>
                </a:cubicBezTo>
                <a:cubicBezTo>
                  <a:pt x="3264" y="300"/>
                  <a:pt x="3204" y="298"/>
                  <a:pt x="3204" y="298"/>
                </a:cubicBezTo>
                <a:cubicBezTo>
                  <a:pt x="3135" y="298"/>
                  <a:pt x="3087" y="335"/>
                  <a:pt x="3087" y="335"/>
                </a:cubicBezTo>
                <a:cubicBezTo>
                  <a:pt x="3057" y="356"/>
                  <a:pt x="3032" y="383"/>
                  <a:pt x="3032" y="383"/>
                </a:cubicBezTo>
                <a:cubicBezTo>
                  <a:pt x="3019" y="396"/>
                  <a:pt x="3011" y="382"/>
                  <a:pt x="3011" y="382"/>
                </a:cubicBezTo>
                <a:cubicBezTo>
                  <a:pt x="2996" y="350"/>
                  <a:pt x="2965" y="325"/>
                  <a:pt x="2965" y="325"/>
                </a:cubicBezTo>
                <a:cubicBezTo>
                  <a:pt x="2939" y="300"/>
                  <a:pt x="2893" y="301"/>
                  <a:pt x="2893" y="301"/>
                </a:cubicBezTo>
                <a:cubicBezTo>
                  <a:pt x="2836" y="301"/>
                  <a:pt x="2786" y="343"/>
                  <a:pt x="2786" y="343"/>
                </a:cubicBezTo>
                <a:cubicBezTo>
                  <a:pt x="2761" y="360"/>
                  <a:pt x="2723" y="404"/>
                  <a:pt x="2723" y="404"/>
                </a:cubicBezTo>
                <a:cubicBezTo>
                  <a:pt x="2717" y="411"/>
                  <a:pt x="2710" y="403"/>
                  <a:pt x="2710" y="403"/>
                </a:cubicBezTo>
                <a:cubicBezTo>
                  <a:pt x="2700" y="387"/>
                  <a:pt x="2680" y="369"/>
                  <a:pt x="2680" y="369"/>
                </a:cubicBezTo>
                <a:cubicBezTo>
                  <a:pt x="2616" y="303"/>
                  <a:pt x="2498" y="302"/>
                  <a:pt x="2498" y="302"/>
                </a:cubicBezTo>
                <a:cubicBezTo>
                  <a:pt x="2380" y="302"/>
                  <a:pt x="2306" y="376"/>
                  <a:pt x="2306" y="376"/>
                </a:cubicBezTo>
                <a:cubicBezTo>
                  <a:pt x="2230" y="442"/>
                  <a:pt x="2226" y="569"/>
                  <a:pt x="2226" y="569"/>
                </a:cubicBezTo>
                <a:moveTo>
                  <a:pt x="3495" y="785"/>
                </a:moveTo>
                <a:cubicBezTo>
                  <a:pt x="3503" y="785"/>
                  <a:pt x="3510" y="785"/>
                  <a:pt x="3510" y="775"/>
                </a:cubicBezTo>
                <a:cubicBezTo>
                  <a:pt x="3510" y="767"/>
                  <a:pt x="3503" y="766"/>
                  <a:pt x="3496" y="766"/>
                </a:cubicBezTo>
                <a:cubicBezTo>
                  <a:pt x="3483" y="766"/>
                  <a:pt x="3483" y="766"/>
                  <a:pt x="3483" y="766"/>
                </a:cubicBezTo>
                <a:cubicBezTo>
                  <a:pt x="3483" y="785"/>
                  <a:pt x="3483" y="785"/>
                  <a:pt x="3483" y="785"/>
                </a:cubicBezTo>
                <a:lnTo>
                  <a:pt x="3495" y="785"/>
                </a:lnTo>
                <a:close/>
                <a:moveTo>
                  <a:pt x="3483" y="820"/>
                </a:moveTo>
                <a:cubicBezTo>
                  <a:pt x="3474" y="820"/>
                  <a:pt x="3474" y="820"/>
                  <a:pt x="3474" y="820"/>
                </a:cubicBezTo>
                <a:cubicBezTo>
                  <a:pt x="3474" y="758"/>
                  <a:pt x="3474" y="758"/>
                  <a:pt x="3474" y="758"/>
                </a:cubicBezTo>
                <a:cubicBezTo>
                  <a:pt x="3498" y="758"/>
                  <a:pt x="3498" y="758"/>
                  <a:pt x="3498" y="758"/>
                </a:cubicBezTo>
                <a:cubicBezTo>
                  <a:pt x="3512" y="758"/>
                  <a:pt x="3519" y="764"/>
                  <a:pt x="3519" y="776"/>
                </a:cubicBezTo>
                <a:cubicBezTo>
                  <a:pt x="3519" y="787"/>
                  <a:pt x="3513" y="792"/>
                  <a:pt x="3503" y="793"/>
                </a:cubicBezTo>
                <a:cubicBezTo>
                  <a:pt x="3521" y="820"/>
                  <a:pt x="3521" y="820"/>
                  <a:pt x="3521" y="820"/>
                </a:cubicBezTo>
                <a:cubicBezTo>
                  <a:pt x="3511" y="820"/>
                  <a:pt x="3511" y="820"/>
                  <a:pt x="3511" y="820"/>
                </a:cubicBezTo>
                <a:cubicBezTo>
                  <a:pt x="3494" y="793"/>
                  <a:pt x="3494" y="793"/>
                  <a:pt x="3494" y="793"/>
                </a:cubicBezTo>
                <a:cubicBezTo>
                  <a:pt x="3483" y="793"/>
                  <a:pt x="3483" y="793"/>
                  <a:pt x="3483" y="793"/>
                </a:cubicBezTo>
                <a:lnTo>
                  <a:pt x="3483" y="820"/>
                </a:lnTo>
                <a:close/>
                <a:moveTo>
                  <a:pt x="3495" y="843"/>
                </a:moveTo>
                <a:cubicBezTo>
                  <a:pt x="3465" y="843"/>
                  <a:pt x="3440" y="820"/>
                  <a:pt x="3440" y="789"/>
                </a:cubicBezTo>
                <a:cubicBezTo>
                  <a:pt x="3440" y="758"/>
                  <a:pt x="3465" y="736"/>
                  <a:pt x="3495" y="736"/>
                </a:cubicBezTo>
                <a:cubicBezTo>
                  <a:pt x="3524" y="736"/>
                  <a:pt x="3549" y="758"/>
                  <a:pt x="3549" y="789"/>
                </a:cubicBezTo>
                <a:cubicBezTo>
                  <a:pt x="3549" y="820"/>
                  <a:pt x="3524" y="843"/>
                  <a:pt x="3495" y="843"/>
                </a:cubicBezTo>
                <a:moveTo>
                  <a:pt x="3451" y="789"/>
                </a:moveTo>
                <a:cubicBezTo>
                  <a:pt x="3451" y="815"/>
                  <a:pt x="3470" y="834"/>
                  <a:pt x="3495" y="834"/>
                </a:cubicBezTo>
                <a:cubicBezTo>
                  <a:pt x="3519" y="834"/>
                  <a:pt x="3538" y="815"/>
                  <a:pt x="3538" y="789"/>
                </a:cubicBezTo>
                <a:cubicBezTo>
                  <a:pt x="3538" y="764"/>
                  <a:pt x="3519" y="745"/>
                  <a:pt x="3495" y="745"/>
                </a:cubicBezTo>
                <a:cubicBezTo>
                  <a:pt x="3470" y="745"/>
                  <a:pt x="3451" y="764"/>
                  <a:pt x="3451" y="789"/>
                </a:cubicBezTo>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23"/>
          <p:cNvSpPr txBox="1">
            <a:spLocks noGrp="1"/>
          </p:cNvSpPr>
          <p:nvPr>
            <p:ph type="body" idx="3"/>
          </p:nvPr>
        </p:nvSpPr>
        <p:spPr>
          <a:xfrm>
            <a:off x="1274164" y="2995203"/>
            <a:ext cx="6595800" cy="741000"/>
          </a:xfrm>
          <a:prstGeom prst="rect">
            <a:avLst/>
          </a:prstGeom>
          <a:noFill/>
          <a:ln>
            <a:noFill/>
          </a:ln>
        </p:spPr>
        <p:txBody>
          <a:bodyPr spcFirstLastPara="1" wrap="square" lIns="0" tIns="0" rIns="0" bIns="0" anchor="b" anchorCtr="0">
            <a:spAutoFit/>
          </a:bodyPr>
          <a:lstStyle>
            <a:lvl1pPr marL="457200" lvl="0" indent="-228600" algn="ctr">
              <a:lnSpc>
                <a:spcPct val="80000"/>
              </a:lnSpc>
              <a:spcBef>
                <a:spcPts val="500"/>
              </a:spcBef>
              <a:spcAft>
                <a:spcPts val="0"/>
              </a:spcAft>
              <a:buClr>
                <a:schemeClr val="lt1"/>
              </a:buClr>
              <a:buSzPts val="3000"/>
              <a:buNone/>
              <a:defRPr sz="3000" b="1"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genda v1">
  <p:cSld name="Agenda v1">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109997" y="249402"/>
            <a:ext cx="785100" cy="117900"/>
          </a:xfrm>
          <a:prstGeom prst="rect">
            <a:avLst/>
          </a:prstGeom>
          <a:noFill/>
          <a:ln>
            <a:noFill/>
          </a:ln>
        </p:spPr>
        <p:txBody>
          <a:bodyPr spcFirstLastPara="1" wrap="square" lIns="0" tIns="0" rIns="0" bIns="0" anchor="t" anchorCtr="0">
            <a:spAutoFit/>
          </a:bodyPr>
          <a:lstStyle>
            <a:lvl1pPr lvl="0" algn="l">
              <a:lnSpc>
                <a:spcPct val="80000"/>
              </a:lnSpc>
              <a:spcBef>
                <a:spcPts val="0"/>
              </a:spcBef>
              <a:spcAft>
                <a:spcPts val="0"/>
              </a:spcAft>
              <a:buClr>
                <a:schemeClr val="dk2"/>
              </a:buClr>
              <a:buSzPts val="1100"/>
              <a:buFont typeface="Arial"/>
              <a:buNone/>
              <a:defRPr sz="1100"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6" name="Google Shape;136;p24"/>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7" name="Google Shape;137;p24"/>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8" name="Google Shape;138;p24"/>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139" name="Google Shape;139;p24"/>
          <p:cNvSpPr txBox="1"/>
          <p:nvPr/>
        </p:nvSpPr>
        <p:spPr>
          <a:xfrm>
            <a:off x="6976602" y="4933935"/>
            <a:ext cx="2057400" cy="197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s" sz="500">
                <a:solidFill>
                  <a:schemeClr val="dk2"/>
                </a:solidFill>
                <a:latin typeface="Arial"/>
                <a:ea typeface="Arial"/>
                <a:cs typeface="Arial"/>
                <a:sym typeface="Arial"/>
              </a:rPr>
              <a:t>‹Nº›</a:t>
            </a:fld>
            <a:endParaRPr sz="500">
              <a:solidFill>
                <a:schemeClr val="dk2"/>
              </a:solidFill>
              <a:latin typeface="Arial"/>
              <a:ea typeface="Arial"/>
              <a:cs typeface="Arial"/>
              <a:sym typeface="Arial"/>
            </a:endParaRPr>
          </a:p>
        </p:txBody>
      </p:sp>
      <p:sp>
        <p:nvSpPr>
          <p:cNvPr id="140" name="Google Shape;140;p24"/>
          <p:cNvSpPr txBox="1">
            <a:spLocks noGrp="1"/>
          </p:cNvSpPr>
          <p:nvPr>
            <p:ph type="body" idx="1"/>
          </p:nvPr>
        </p:nvSpPr>
        <p:spPr>
          <a:xfrm>
            <a:off x="7220442" y="1129454"/>
            <a:ext cx="17832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900"/>
              <a:buNone/>
              <a:defRPr>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1" name="Google Shape;141;p24"/>
          <p:cNvSpPr txBox="1">
            <a:spLocks noGrp="1"/>
          </p:cNvSpPr>
          <p:nvPr>
            <p:ph type="body" idx="2"/>
          </p:nvPr>
        </p:nvSpPr>
        <p:spPr>
          <a:xfrm>
            <a:off x="7220442" y="1559601"/>
            <a:ext cx="17832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900"/>
              <a:buNone/>
              <a:defRPr>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2" name="Google Shape;142;p24"/>
          <p:cNvSpPr txBox="1">
            <a:spLocks noGrp="1"/>
          </p:cNvSpPr>
          <p:nvPr>
            <p:ph type="body" idx="3"/>
          </p:nvPr>
        </p:nvSpPr>
        <p:spPr>
          <a:xfrm>
            <a:off x="7220442" y="2419896"/>
            <a:ext cx="17832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900"/>
              <a:buNone/>
              <a:defRPr>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3" name="Google Shape;143;p24"/>
          <p:cNvSpPr txBox="1">
            <a:spLocks noGrp="1"/>
          </p:cNvSpPr>
          <p:nvPr>
            <p:ph type="body" idx="4"/>
          </p:nvPr>
        </p:nvSpPr>
        <p:spPr>
          <a:xfrm>
            <a:off x="7220442" y="1989749"/>
            <a:ext cx="17832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900"/>
              <a:buNone/>
              <a:defRPr>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4" name="Google Shape;144;p24"/>
          <p:cNvSpPr txBox="1">
            <a:spLocks noGrp="1"/>
          </p:cNvSpPr>
          <p:nvPr>
            <p:ph type="body" idx="5"/>
          </p:nvPr>
        </p:nvSpPr>
        <p:spPr>
          <a:xfrm>
            <a:off x="7220442" y="2850044"/>
            <a:ext cx="17832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900"/>
              <a:buNone/>
              <a:defRPr>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5" name="Google Shape;145;p24"/>
          <p:cNvSpPr txBox="1">
            <a:spLocks noGrp="1"/>
          </p:cNvSpPr>
          <p:nvPr>
            <p:ph type="body" idx="6"/>
          </p:nvPr>
        </p:nvSpPr>
        <p:spPr>
          <a:xfrm>
            <a:off x="7220442" y="3710339"/>
            <a:ext cx="17832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900"/>
              <a:buNone/>
              <a:defRPr>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6" name="Google Shape;146;p24"/>
          <p:cNvSpPr txBox="1">
            <a:spLocks noGrp="1"/>
          </p:cNvSpPr>
          <p:nvPr>
            <p:ph type="body" idx="7"/>
          </p:nvPr>
        </p:nvSpPr>
        <p:spPr>
          <a:xfrm>
            <a:off x="7220442" y="3280191"/>
            <a:ext cx="17832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900"/>
              <a:buNone/>
              <a:defRPr>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7" name="Google Shape;147;p24"/>
          <p:cNvSpPr txBox="1">
            <a:spLocks noGrp="1"/>
          </p:cNvSpPr>
          <p:nvPr>
            <p:ph type="body" idx="8"/>
          </p:nvPr>
        </p:nvSpPr>
        <p:spPr>
          <a:xfrm>
            <a:off x="7220442" y="4140485"/>
            <a:ext cx="17832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900"/>
              <a:buNone/>
              <a:defRPr>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8" name="Google Shape;148;p24"/>
          <p:cNvSpPr txBox="1">
            <a:spLocks noGrp="1"/>
          </p:cNvSpPr>
          <p:nvPr>
            <p:ph type="body" idx="9"/>
          </p:nvPr>
        </p:nvSpPr>
        <p:spPr>
          <a:xfrm>
            <a:off x="6640385" y="1129454"/>
            <a:ext cx="4776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1800"/>
              <a:buNone/>
              <a:defRPr sz="1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9" name="Google Shape;149;p24"/>
          <p:cNvSpPr txBox="1">
            <a:spLocks noGrp="1"/>
          </p:cNvSpPr>
          <p:nvPr>
            <p:ph type="body" idx="13"/>
          </p:nvPr>
        </p:nvSpPr>
        <p:spPr>
          <a:xfrm>
            <a:off x="6640385" y="1559601"/>
            <a:ext cx="4776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1800"/>
              <a:buNone/>
              <a:defRPr sz="1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0" name="Google Shape;150;p24"/>
          <p:cNvSpPr txBox="1">
            <a:spLocks noGrp="1"/>
          </p:cNvSpPr>
          <p:nvPr>
            <p:ph type="body" idx="14"/>
          </p:nvPr>
        </p:nvSpPr>
        <p:spPr>
          <a:xfrm>
            <a:off x="6640385" y="1989749"/>
            <a:ext cx="4776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1800"/>
              <a:buNone/>
              <a:defRPr sz="1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1" name="Google Shape;151;p24"/>
          <p:cNvSpPr txBox="1">
            <a:spLocks noGrp="1"/>
          </p:cNvSpPr>
          <p:nvPr>
            <p:ph type="body" idx="15"/>
          </p:nvPr>
        </p:nvSpPr>
        <p:spPr>
          <a:xfrm>
            <a:off x="6640385" y="2419896"/>
            <a:ext cx="4776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1800"/>
              <a:buNone/>
              <a:defRPr sz="1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2" name="Google Shape;152;p24"/>
          <p:cNvSpPr txBox="1">
            <a:spLocks noGrp="1"/>
          </p:cNvSpPr>
          <p:nvPr>
            <p:ph type="body" idx="16"/>
          </p:nvPr>
        </p:nvSpPr>
        <p:spPr>
          <a:xfrm>
            <a:off x="6640385" y="2850044"/>
            <a:ext cx="4776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1800"/>
              <a:buNone/>
              <a:defRPr sz="1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3" name="Google Shape;153;p24"/>
          <p:cNvSpPr txBox="1">
            <a:spLocks noGrp="1"/>
          </p:cNvSpPr>
          <p:nvPr>
            <p:ph type="body" idx="17"/>
          </p:nvPr>
        </p:nvSpPr>
        <p:spPr>
          <a:xfrm>
            <a:off x="6640385" y="3280191"/>
            <a:ext cx="4776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1800"/>
              <a:buNone/>
              <a:defRPr sz="1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4" name="Google Shape;154;p24"/>
          <p:cNvSpPr txBox="1">
            <a:spLocks noGrp="1"/>
          </p:cNvSpPr>
          <p:nvPr>
            <p:ph type="body" idx="18"/>
          </p:nvPr>
        </p:nvSpPr>
        <p:spPr>
          <a:xfrm>
            <a:off x="6640385" y="4140485"/>
            <a:ext cx="4776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1800"/>
              <a:buNone/>
              <a:defRPr sz="1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5" name="Google Shape;155;p24"/>
          <p:cNvSpPr txBox="1">
            <a:spLocks noGrp="1"/>
          </p:cNvSpPr>
          <p:nvPr>
            <p:ph type="body" idx="19"/>
          </p:nvPr>
        </p:nvSpPr>
        <p:spPr>
          <a:xfrm>
            <a:off x="6640385" y="3710339"/>
            <a:ext cx="477600" cy="1530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900"/>
              </a:spcBef>
              <a:spcAft>
                <a:spcPts val="0"/>
              </a:spcAft>
              <a:buClr>
                <a:schemeClr val="dk2"/>
              </a:buClr>
              <a:buSzPts val="1800"/>
              <a:buNone/>
              <a:defRPr sz="1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6" name="Google Shape;156;p24"/>
          <p:cNvSpPr>
            <a:spLocks noGrp="1"/>
          </p:cNvSpPr>
          <p:nvPr>
            <p:ph type="pic" idx="20"/>
          </p:nvPr>
        </p:nvSpPr>
        <p:spPr>
          <a:xfrm>
            <a:off x="106426" y="529540"/>
            <a:ext cx="6100800" cy="43632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genda v2">
  <p:cSld name="Agenda v2">
    <p:spTree>
      <p:nvGrpSpPr>
        <p:cNvPr id="1" name="Shape 157"/>
        <p:cNvGrpSpPr/>
        <p:nvPr/>
      </p:nvGrpSpPr>
      <p:grpSpPr>
        <a:xfrm>
          <a:off x="0" y="0"/>
          <a:ext cx="0" cy="0"/>
          <a:chOff x="0" y="0"/>
          <a:chExt cx="0" cy="0"/>
        </a:xfrm>
      </p:grpSpPr>
      <p:sp>
        <p:nvSpPr>
          <p:cNvPr id="158" name="Google Shape;158;p25"/>
          <p:cNvSpPr txBox="1">
            <a:spLocks noGrp="1"/>
          </p:cNvSpPr>
          <p:nvPr>
            <p:ph type="body" idx="1"/>
          </p:nvPr>
        </p:nvSpPr>
        <p:spPr>
          <a:xfrm>
            <a:off x="1217906" y="903025"/>
            <a:ext cx="2430000" cy="407700"/>
          </a:xfrm>
          <a:prstGeom prst="rect">
            <a:avLst/>
          </a:prstGeom>
          <a:noFill/>
          <a:ln>
            <a:noFill/>
          </a:ln>
        </p:spPr>
        <p:txBody>
          <a:bodyPr spcFirstLastPara="1" wrap="square" lIns="0" tIns="0" rIns="0" bIns="0" anchor="ctr" anchorCtr="0">
            <a:spAutoFit/>
          </a:bodyPr>
          <a:lstStyle>
            <a:lvl1pPr marL="457200" lvl="0" indent="-228600" algn="l">
              <a:lnSpc>
                <a:spcPct val="80000"/>
              </a:lnSpc>
              <a:spcBef>
                <a:spcPts val="500"/>
              </a:spcBef>
              <a:spcAft>
                <a:spcPts val="0"/>
              </a:spcAft>
              <a:buClr>
                <a:schemeClr val="dk2"/>
              </a:buClr>
              <a:buSzPts val="1700"/>
              <a:buNone/>
              <a:defRPr sz="17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9" name="Google Shape;159;p25"/>
          <p:cNvSpPr txBox="1">
            <a:spLocks noGrp="1"/>
          </p:cNvSpPr>
          <p:nvPr>
            <p:ph type="title"/>
          </p:nvPr>
        </p:nvSpPr>
        <p:spPr>
          <a:xfrm>
            <a:off x="109997" y="249402"/>
            <a:ext cx="2919000" cy="108000"/>
          </a:xfrm>
          <a:prstGeom prst="rect">
            <a:avLst/>
          </a:prstGeom>
          <a:noFill/>
          <a:ln>
            <a:noFill/>
          </a:ln>
        </p:spPr>
        <p:txBody>
          <a:bodyPr spcFirstLastPara="1" wrap="square" lIns="0" tIns="0" rIns="0" bIns="0" anchor="t" anchorCtr="0">
            <a:normAutofit/>
          </a:bodyPr>
          <a:lstStyle>
            <a:lvl1pPr marR="0" lvl="0" algn="l">
              <a:lnSpc>
                <a:spcPct val="80000"/>
              </a:lnSpc>
              <a:spcBef>
                <a:spcPts val="0"/>
              </a:spcBef>
              <a:spcAft>
                <a:spcPts val="0"/>
              </a:spcAft>
              <a:buClr>
                <a:schemeClr val="dk2"/>
              </a:buClr>
              <a:buSzPts val="1100"/>
              <a:buFont typeface="Arial"/>
              <a:buNone/>
              <a:defRPr sz="1100"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60" name="Google Shape;160;p25"/>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1" name="Google Shape;161;p25"/>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2" name="Google Shape;162;p25"/>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163" name="Google Shape;163;p25"/>
          <p:cNvSpPr txBox="1">
            <a:spLocks noGrp="1"/>
          </p:cNvSpPr>
          <p:nvPr>
            <p:ph type="body" idx="2"/>
          </p:nvPr>
        </p:nvSpPr>
        <p:spPr>
          <a:xfrm>
            <a:off x="788081" y="1047407"/>
            <a:ext cx="367200" cy="118800"/>
          </a:xfrm>
          <a:prstGeom prst="rect">
            <a:avLst/>
          </a:prstGeom>
          <a:noFill/>
          <a:ln>
            <a:noFill/>
          </a:ln>
        </p:spPr>
        <p:txBody>
          <a:bodyPr spcFirstLastPara="1" wrap="square" lIns="0" tIns="0" rIns="0" bIns="0" anchor="ctr" anchorCtr="0">
            <a:noAutofit/>
          </a:bodyPr>
          <a:lstStyle>
            <a:lvl1pPr marL="457200" lvl="0" indent="-228600" algn="l">
              <a:lnSpc>
                <a:spcPct val="80000"/>
              </a:lnSpc>
              <a:spcBef>
                <a:spcPts val="900"/>
              </a:spcBef>
              <a:spcAft>
                <a:spcPts val="0"/>
              </a:spcAft>
              <a:buClr>
                <a:schemeClr val="accent1"/>
              </a:buClr>
              <a:buSzPts val="1100"/>
              <a:buNone/>
              <a:defRPr sz="1100" b="1" i="0">
                <a:solidFill>
                  <a:schemeClr val="accen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4" name="Google Shape;164;p25"/>
          <p:cNvSpPr txBox="1">
            <a:spLocks noGrp="1"/>
          </p:cNvSpPr>
          <p:nvPr>
            <p:ph type="body" idx="3"/>
          </p:nvPr>
        </p:nvSpPr>
        <p:spPr>
          <a:xfrm>
            <a:off x="1217906" y="3893279"/>
            <a:ext cx="2430000" cy="407700"/>
          </a:xfrm>
          <a:prstGeom prst="rect">
            <a:avLst/>
          </a:prstGeom>
          <a:noFill/>
          <a:ln>
            <a:noFill/>
          </a:ln>
        </p:spPr>
        <p:txBody>
          <a:bodyPr spcFirstLastPara="1" wrap="square" lIns="0" tIns="0" rIns="0" bIns="0" anchor="ctr" anchorCtr="0">
            <a:spAutoFit/>
          </a:bodyPr>
          <a:lstStyle>
            <a:lvl1pPr marL="457200" lvl="0" indent="-228600" algn="l">
              <a:lnSpc>
                <a:spcPct val="80000"/>
              </a:lnSpc>
              <a:spcBef>
                <a:spcPts val="500"/>
              </a:spcBef>
              <a:spcAft>
                <a:spcPts val="0"/>
              </a:spcAft>
              <a:buClr>
                <a:schemeClr val="dk2"/>
              </a:buClr>
              <a:buSzPts val="1700"/>
              <a:buNone/>
              <a:defRPr sz="17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5" name="Google Shape;165;p25"/>
          <p:cNvSpPr txBox="1">
            <a:spLocks noGrp="1"/>
          </p:cNvSpPr>
          <p:nvPr>
            <p:ph type="body" idx="4"/>
          </p:nvPr>
        </p:nvSpPr>
        <p:spPr>
          <a:xfrm>
            <a:off x="788081" y="2044159"/>
            <a:ext cx="367200" cy="118800"/>
          </a:xfrm>
          <a:prstGeom prst="rect">
            <a:avLst/>
          </a:prstGeom>
          <a:noFill/>
          <a:ln>
            <a:noFill/>
          </a:ln>
        </p:spPr>
        <p:txBody>
          <a:bodyPr spcFirstLastPara="1" wrap="square" lIns="0" tIns="0" rIns="0" bIns="0" anchor="ctr" anchorCtr="0">
            <a:noAutofit/>
          </a:bodyPr>
          <a:lstStyle>
            <a:lvl1pPr marL="457200" lvl="0" indent="-228600" algn="l">
              <a:lnSpc>
                <a:spcPct val="80000"/>
              </a:lnSpc>
              <a:spcBef>
                <a:spcPts val="900"/>
              </a:spcBef>
              <a:spcAft>
                <a:spcPts val="0"/>
              </a:spcAft>
              <a:buClr>
                <a:schemeClr val="accent1"/>
              </a:buClr>
              <a:buSzPts val="1100"/>
              <a:buNone/>
              <a:defRPr sz="1100" b="1" i="0">
                <a:solidFill>
                  <a:schemeClr val="accen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6" name="Google Shape;166;p25"/>
          <p:cNvSpPr txBox="1">
            <a:spLocks noGrp="1"/>
          </p:cNvSpPr>
          <p:nvPr>
            <p:ph type="body" idx="5"/>
          </p:nvPr>
        </p:nvSpPr>
        <p:spPr>
          <a:xfrm>
            <a:off x="1217906" y="2896528"/>
            <a:ext cx="2430000" cy="407700"/>
          </a:xfrm>
          <a:prstGeom prst="rect">
            <a:avLst/>
          </a:prstGeom>
          <a:noFill/>
          <a:ln>
            <a:noFill/>
          </a:ln>
        </p:spPr>
        <p:txBody>
          <a:bodyPr spcFirstLastPara="1" wrap="square" lIns="0" tIns="0" rIns="0" bIns="0" anchor="ctr" anchorCtr="0">
            <a:spAutoFit/>
          </a:bodyPr>
          <a:lstStyle>
            <a:lvl1pPr marL="457200" lvl="0" indent="-228600" algn="l">
              <a:lnSpc>
                <a:spcPct val="80000"/>
              </a:lnSpc>
              <a:spcBef>
                <a:spcPts val="500"/>
              </a:spcBef>
              <a:spcAft>
                <a:spcPts val="0"/>
              </a:spcAft>
              <a:buClr>
                <a:schemeClr val="dk2"/>
              </a:buClr>
              <a:buSzPts val="1700"/>
              <a:buNone/>
              <a:defRPr sz="17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7" name="Google Shape;167;p25"/>
          <p:cNvSpPr txBox="1">
            <a:spLocks noGrp="1"/>
          </p:cNvSpPr>
          <p:nvPr>
            <p:ph type="body" idx="6"/>
          </p:nvPr>
        </p:nvSpPr>
        <p:spPr>
          <a:xfrm>
            <a:off x="1217906" y="1899777"/>
            <a:ext cx="2430000" cy="407700"/>
          </a:xfrm>
          <a:prstGeom prst="rect">
            <a:avLst/>
          </a:prstGeom>
          <a:noFill/>
          <a:ln>
            <a:noFill/>
          </a:ln>
        </p:spPr>
        <p:txBody>
          <a:bodyPr spcFirstLastPara="1" wrap="square" lIns="0" tIns="0" rIns="0" bIns="0" anchor="ctr" anchorCtr="0">
            <a:spAutoFit/>
          </a:bodyPr>
          <a:lstStyle>
            <a:lvl1pPr marL="457200" lvl="0" indent="-228600" algn="l">
              <a:lnSpc>
                <a:spcPct val="80000"/>
              </a:lnSpc>
              <a:spcBef>
                <a:spcPts val="500"/>
              </a:spcBef>
              <a:spcAft>
                <a:spcPts val="0"/>
              </a:spcAft>
              <a:buClr>
                <a:schemeClr val="dk2"/>
              </a:buClr>
              <a:buSzPts val="1700"/>
              <a:buNone/>
              <a:defRPr sz="17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8" name="Google Shape;168;p25"/>
          <p:cNvSpPr txBox="1">
            <a:spLocks noGrp="1"/>
          </p:cNvSpPr>
          <p:nvPr>
            <p:ph type="body" idx="7"/>
          </p:nvPr>
        </p:nvSpPr>
        <p:spPr>
          <a:xfrm>
            <a:off x="788081" y="4037661"/>
            <a:ext cx="367200" cy="118800"/>
          </a:xfrm>
          <a:prstGeom prst="rect">
            <a:avLst/>
          </a:prstGeom>
          <a:noFill/>
          <a:ln>
            <a:noFill/>
          </a:ln>
        </p:spPr>
        <p:txBody>
          <a:bodyPr spcFirstLastPara="1" wrap="square" lIns="0" tIns="0" rIns="0" bIns="0" anchor="ctr" anchorCtr="0">
            <a:noAutofit/>
          </a:bodyPr>
          <a:lstStyle>
            <a:lvl1pPr marL="457200" lvl="0" indent="-228600" algn="l">
              <a:lnSpc>
                <a:spcPct val="80000"/>
              </a:lnSpc>
              <a:spcBef>
                <a:spcPts val="900"/>
              </a:spcBef>
              <a:spcAft>
                <a:spcPts val="0"/>
              </a:spcAft>
              <a:buClr>
                <a:schemeClr val="accent1"/>
              </a:buClr>
              <a:buSzPts val="1100"/>
              <a:buNone/>
              <a:defRPr sz="1100" b="1" i="0">
                <a:solidFill>
                  <a:schemeClr val="accen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9" name="Google Shape;169;p25"/>
          <p:cNvSpPr txBox="1">
            <a:spLocks noGrp="1"/>
          </p:cNvSpPr>
          <p:nvPr>
            <p:ph type="body" idx="8"/>
          </p:nvPr>
        </p:nvSpPr>
        <p:spPr>
          <a:xfrm>
            <a:off x="788081" y="3040910"/>
            <a:ext cx="367200" cy="118800"/>
          </a:xfrm>
          <a:prstGeom prst="rect">
            <a:avLst/>
          </a:prstGeom>
          <a:noFill/>
          <a:ln>
            <a:noFill/>
          </a:ln>
        </p:spPr>
        <p:txBody>
          <a:bodyPr spcFirstLastPara="1" wrap="square" lIns="0" tIns="0" rIns="0" bIns="0" anchor="ctr" anchorCtr="0">
            <a:noAutofit/>
          </a:bodyPr>
          <a:lstStyle>
            <a:lvl1pPr marL="457200" lvl="0" indent="-228600" algn="l">
              <a:lnSpc>
                <a:spcPct val="80000"/>
              </a:lnSpc>
              <a:spcBef>
                <a:spcPts val="900"/>
              </a:spcBef>
              <a:spcAft>
                <a:spcPts val="0"/>
              </a:spcAft>
              <a:buClr>
                <a:schemeClr val="accent1"/>
              </a:buClr>
              <a:buSzPts val="1100"/>
              <a:buNone/>
              <a:defRPr sz="1100" b="1" i="0">
                <a:solidFill>
                  <a:schemeClr val="accen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0" name="Google Shape;170;p25"/>
          <p:cNvSpPr txBox="1">
            <a:spLocks noGrp="1"/>
          </p:cNvSpPr>
          <p:nvPr>
            <p:ph type="body" idx="9"/>
          </p:nvPr>
        </p:nvSpPr>
        <p:spPr>
          <a:xfrm>
            <a:off x="5679908" y="903025"/>
            <a:ext cx="2430000" cy="407700"/>
          </a:xfrm>
          <a:prstGeom prst="rect">
            <a:avLst/>
          </a:prstGeom>
          <a:noFill/>
          <a:ln>
            <a:noFill/>
          </a:ln>
        </p:spPr>
        <p:txBody>
          <a:bodyPr spcFirstLastPara="1" wrap="square" lIns="0" tIns="0" rIns="0" bIns="0" anchor="ctr" anchorCtr="0">
            <a:spAutoFit/>
          </a:bodyPr>
          <a:lstStyle>
            <a:lvl1pPr marL="457200" lvl="0" indent="-228600" algn="l">
              <a:lnSpc>
                <a:spcPct val="80000"/>
              </a:lnSpc>
              <a:spcBef>
                <a:spcPts val="500"/>
              </a:spcBef>
              <a:spcAft>
                <a:spcPts val="0"/>
              </a:spcAft>
              <a:buClr>
                <a:schemeClr val="dk2"/>
              </a:buClr>
              <a:buSzPts val="1700"/>
              <a:buNone/>
              <a:defRPr sz="17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1" name="Google Shape;171;p25"/>
          <p:cNvSpPr txBox="1">
            <a:spLocks noGrp="1"/>
          </p:cNvSpPr>
          <p:nvPr>
            <p:ph type="body" idx="13"/>
          </p:nvPr>
        </p:nvSpPr>
        <p:spPr>
          <a:xfrm>
            <a:off x="5250083" y="1047407"/>
            <a:ext cx="367200" cy="118800"/>
          </a:xfrm>
          <a:prstGeom prst="rect">
            <a:avLst/>
          </a:prstGeom>
          <a:noFill/>
          <a:ln>
            <a:noFill/>
          </a:ln>
        </p:spPr>
        <p:txBody>
          <a:bodyPr spcFirstLastPara="1" wrap="square" lIns="0" tIns="0" rIns="0" bIns="0" anchor="ctr" anchorCtr="0">
            <a:noAutofit/>
          </a:bodyPr>
          <a:lstStyle>
            <a:lvl1pPr marL="457200" lvl="0" indent="-228600" algn="l">
              <a:lnSpc>
                <a:spcPct val="80000"/>
              </a:lnSpc>
              <a:spcBef>
                <a:spcPts val="900"/>
              </a:spcBef>
              <a:spcAft>
                <a:spcPts val="0"/>
              </a:spcAft>
              <a:buClr>
                <a:schemeClr val="accent1"/>
              </a:buClr>
              <a:buSzPts val="1100"/>
              <a:buNone/>
              <a:defRPr sz="1100" b="1" i="0">
                <a:solidFill>
                  <a:schemeClr val="accen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2" name="Google Shape;172;p25"/>
          <p:cNvSpPr txBox="1">
            <a:spLocks noGrp="1"/>
          </p:cNvSpPr>
          <p:nvPr>
            <p:ph type="body" idx="14"/>
          </p:nvPr>
        </p:nvSpPr>
        <p:spPr>
          <a:xfrm>
            <a:off x="5679908" y="3893279"/>
            <a:ext cx="2430000" cy="407700"/>
          </a:xfrm>
          <a:prstGeom prst="rect">
            <a:avLst/>
          </a:prstGeom>
          <a:noFill/>
          <a:ln>
            <a:noFill/>
          </a:ln>
        </p:spPr>
        <p:txBody>
          <a:bodyPr spcFirstLastPara="1" wrap="square" lIns="0" tIns="0" rIns="0" bIns="0" anchor="ctr" anchorCtr="0">
            <a:spAutoFit/>
          </a:bodyPr>
          <a:lstStyle>
            <a:lvl1pPr marL="457200" lvl="0" indent="-228600" algn="l">
              <a:lnSpc>
                <a:spcPct val="80000"/>
              </a:lnSpc>
              <a:spcBef>
                <a:spcPts val="500"/>
              </a:spcBef>
              <a:spcAft>
                <a:spcPts val="0"/>
              </a:spcAft>
              <a:buClr>
                <a:schemeClr val="dk2"/>
              </a:buClr>
              <a:buSzPts val="1700"/>
              <a:buNone/>
              <a:defRPr sz="17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3" name="Google Shape;173;p25"/>
          <p:cNvSpPr txBox="1">
            <a:spLocks noGrp="1"/>
          </p:cNvSpPr>
          <p:nvPr>
            <p:ph type="body" idx="15"/>
          </p:nvPr>
        </p:nvSpPr>
        <p:spPr>
          <a:xfrm>
            <a:off x="5250083" y="2044159"/>
            <a:ext cx="367200" cy="118800"/>
          </a:xfrm>
          <a:prstGeom prst="rect">
            <a:avLst/>
          </a:prstGeom>
          <a:noFill/>
          <a:ln>
            <a:noFill/>
          </a:ln>
        </p:spPr>
        <p:txBody>
          <a:bodyPr spcFirstLastPara="1" wrap="square" lIns="0" tIns="0" rIns="0" bIns="0" anchor="ctr" anchorCtr="0">
            <a:noAutofit/>
          </a:bodyPr>
          <a:lstStyle>
            <a:lvl1pPr marL="457200" lvl="0" indent="-228600" algn="l">
              <a:lnSpc>
                <a:spcPct val="80000"/>
              </a:lnSpc>
              <a:spcBef>
                <a:spcPts val="900"/>
              </a:spcBef>
              <a:spcAft>
                <a:spcPts val="0"/>
              </a:spcAft>
              <a:buClr>
                <a:schemeClr val="accent1"/>
              </a:buClr>
              <a:buSzPts val="1100"/>
              <a:buNone/>
              <a:defRPr sz="1100" b="1" i="0">
                <a:solidFill>
                  <a:schemeClr val="accen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4" name="Google Shape;174;p25"/>
          <p:cNvSpPr txBox="1">
            <a:spLocks noGrp="1"/>
          </p:cNvSpPr>
          <p:nvPr>
            <p:ph type="body" idx="16"/>
          </p:nvPr>
        </p:nvSpPr>
        <p:spPr>
          <a:xfrm>
            <a:off x="5679908" y="2896528"/>
            <a:ext cx="2430000" cy="407700"/>
          </a:xfrm>
          <a:prstGeom prst="rect">
            <a:avLst/>
          </a:prstGeom>
          <a:noFill/>
          <a:ln>
            <a:noFill/>
          </a:ln>
        </p:spPr>
        <p:txBody>
          <a:bodyPr spcFirstLastPara="1" wrap="square" lIns="0" tIns="0" rIns="0" bIns="0" anchor="ctr" anchorCtr="0">
            <a:spAutoFit/>
          </a:bodyPr>
          <a:lstStyle>
            <a:lvl1pPr marL="457200" lvl="0" indent="-228600" algn="l">
              <a:lnSpc>
                <a:spcPct val="80000"/>
              </a:lnSpc>
              <a:spcBef>
                <a:spcPts val="500"/>
              </a:spcBef>
              <a:spcAft>
                <a:spcPts val="0"/>
              </a:spcAft>
              <a:buClr>
                <a:schemeClr val="dk2"/>
              </a:buClr>
              <a:buSzPts val="1700"/>
              <a:buNone/>
              <a:defRPr sz="17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5" name="Google Shape;175;p25"/>
          <p:cNvSpPr txBox="1">
            <a:spLocks noGrp="1"/>
          </p:cNvSpPr>
          <p:nvPr>
            <p:ph type="body" idx="17"/>
          </p:nvPr>
        </p:nvSpPr>
        <p:spPr>
          <a:xfrm>
            <a:off x="5679908" y="1899777"/>
            <a:ext cx="2430000" cy="407700"/>
          </a:xfrm>
          <a:prstGeom prst="rect">
            <a:avLst/>
          </a:prstGeom>
          <a:noFill/>
          <a:ln>
            <a:noFill/>
          </a:ln>
        </p:spPr>
        <p:txBody>
          <a:bodyPr spcFirstLastPara="1" wrap="square" lIns="0" tIns="0" rIns="0" bIns="0" anchor="ctr" anchorCtr="0">
            <a:spAutoFit/>
          </a:bodyPr>
          <a:lstStyle>
            <a:lvl1pPr marL="457200" lvl="0" indent="-228600" algn="l">
              <a:lnSpc>
                <a:spcPct val="80000"/>
              </a:lnSpc>
              <a:spcBef>
                <a:spcPts val="500"/>
              </a:spcBef>
              <a:spcAft>
                <a:spcPts val="0"/>
              </a:spcAft>
              <a:buClr>
                <a:schemeClr val="dk2"/>
              </a:buClr>
              <a:buSzPts val="1700"/>
              <a:buNone/>
              <a:defRPr sz="17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6" name="Google Shape;176;p25"/>
          <p:cNvSpPr txBox="1">
            <a:spLocks noGrp="1"/>
          </p:cNvSpPr>
          <p:nvPr>
            <p:ph type="body" idx="18"/>
          </p:nvPr>
        </p:nvSpPr>
        <p:spPr>
          <a:xfrm>
            <a:off x="5250083" y="4037661"/>
            <a:ext cx="367200" cy="118800"/>
          </a:xfrm>
          <a:prstGeom prst="rect">
            <a:avLst/>
          </a:prstGeom>
          <a:noFill/>
          <a:ln>
            <a:noFill/>
          </a:ln>
        </p:spPr>
        <p:txBody>
          <a:bodyPr spcFirstLastPara="1" wrap="square" lIns="0" tIns="0" rIns="0" bIns="0" anchor="ctr" anchorCtr="0">
            <a:noAutofit/>
          </a:bodyPr>
          <a:lstStyle>
            <a:lvl1pPr marL="457200" lvl="0" indent="-228600" algn="l">
              <a:lnSpc>
                <a:spcPct val="80000"/>
              </a:lnSpc>
              <a:spcBef>
                <a:spcPts val="900"/>
              </a:spcBef>
              <a:spcAft>
                <a:spcPts val="0"/>
              </a:spcAft>
              <a:buClr>
                <a:schemeClr val="accent1"/>
              </a:buClr>
              <a:buSzPts val="1100"/>
              <a:buNone/>
              <a:defRPr sz="1100" b="1" i="0">
                <a:solidFill>
                  <a:schemeClr val="accen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7" name="Google Shape;177;p25"/>
          <p:cNvSpPr txBox="1">
            <a:spLocks noGrp="1"/>
          </p:cNvSpPr>
          <p:nvPr>
            <p:ph type="body" idx="19"/>
          </p:nvPr>
        </p:nvSpPr>
        <p:spPr>
          <a:xfrm>
            <a:off x="5250083" y="3040910"/>
            <a:ext cx="367200" cy="118800"/>
          </a:xfrm>
          <a:prstGeom prst="rect">
            <a:avLst/>
          </a:prstGeom>
          <a:noFill/>
          <a:ln>
            <a:noFill/>
          </a:ln>
        </p:spPr>
        <p:txBody>
          <a:bodyPr spcFirstLastPara="1" wrap="square" lIns="0" tIns="0" rIns="0" bIns="0" anchor="ctr" anchorCtr="0">
            <a:noAutofit/>
          </a:bodyPr>
          <a:lstStyle>
            <a:lvl1pPr marL="457200" lvl="0" indent="-228600" algn="l">
              <a:lnSpc>
                <a:spcPct val="80000"/>
              </a:lnSpc>
              <a:spcBef>
                <a:spcPts val="900"/>
              </a:spcBef>
              <a:spcAft>
                <a:spcPts val="0"/>
              </a:spcAft>
              <a:buClr>
                <a:schemeClr val="accent1"/>
              </a:buClr>
              <a:buSzPts val="1100"/>
              <a:buNone/>
              <a:defRPr sz="1100" b="1" i="0">
                <a:solidFill>
                  <a:schemeClr val="accen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0" name="Google Shape;180;p26"/>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1" name="Google Shape;181;p26"/>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2" name="Google Shape;182;p26"/>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 Conent (Chart)">
  <p:cSld name="Title + Conent (Chart)">
    <p:spTree>
      <p:nvGrpSpPr>
        <p:cNvPr id="1" name="Shape 183"/>
        <p:cNvGrpSpPr/>
        <p:nvPr/>
      </p:nvGrpSpPr>
      <p:grpSpPr>
        <a:xfrm>
          <a:off x="0" y="0"/>
          <a:ext cx="0" cy="0"/>
          <a:chOff x="0" y="0"/>
          <a:chExt cx="0" cy="0"/>
        </a:xfrm>
      </p:grpSpPr>
      <p:sp>
        <p:nvSpPr>
          <p:cNvPr id="184" name="Google Shape;184;p27"/>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5" name="Google Shape;185;p27"/>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6" name="Google Shape;186;p27"/>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187" name="Google Shape;187;p27"/>
          <p:cNvSpPr txBox="1">
            <a:spLocks noGrp="1"/>
          </p:cNvSpPr>
          <p:nvPr>
            <p:ph type="body" idx="1"/>
          </p:nvPr>
        </p:nvSpPr>
        <p:spPr>
          <a:xfrm>
            <a:off x="6633702" y="4592656"/>
            <a:ext cx="2400300" cy="276900"/>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900"/>
              </a:spcBef>
              <a:spcAft>
                <a:spcPts val="0"/>
              </a:spcAft>
              <a:buClr>
                <a:schemeClr val="dk2"/>
              </a:buClr>
              <a:buSzPts val="900"/>
              <a:buFont typeface="Arial"/>
              <a:buNone/>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28600" algn="l">
              <a:lnSpc>
                <a:spcPct val="100000"/>
              </a:lnSpc>
              <a:spcBef>
                <a:spcPts val="900"/>
              </a:spcBef>
              <a:spcAft>
                <a:spcPts val="0"/>
              </a:spcAft>
              <a:buClr>
                <a:schemeClr val="dk2"/>
              </a:buClr>
              <a:buSzPts val="900"/>
              <a:buFont typeface="Arial"/>
              <a:buNone/>
              <a:defRPr/>
            </a:lvl3pPr>
            <a:lvl4pPr marL="1828800" lvl="3" indent="-228600" algn="l">
              <a:lnSpc>
                <a:spcPct val="100000"/>
              </a:lnSpc>
              <a:spcBef>
                <a:spcPts val="900"/>
              </a:spcBef>
              <a:spcAft>
                <a:spcPts val="0"/>
              </a:spcAft>
              <a:buClr>
                <a:schemeClr val="dk2"/>
              </a:buClr>
              <a:buSzPts val="900"/>
              <a:buFont typeface="Arial"/>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8" name="Google Shape;188;p27"/>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 Subtitle">
  <p:cSld name="Title + Subtitle">
    <p:spTree>
      <p:nvGrpSpPr>
        <p:cNvPr id="1" name="Shape 189"/>
        <p:cNvGrpSpPr/>
        <p:nvPr/>
      </p:nvGrpSpPr>
      <p:grpSpPr>
        <a:xfrm>
          <a:off x="0" y="0"/>
          <a:ext cx="0" cy="0"/>
          <a:chOff x="0" y="0"/>
          <a:chExt cx="0" cy="0"/>
        </a:xfrm>
      </p:grpSpPr>
      <p:sp>
        <p:nvSpPr>
          <p:cNvPr id="190" name="Google Shape;190;p28"/>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1" name="Google Shape;191;p28"/>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2" name="Google Shape;192;p28"/>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193" name="Google Shape;193;p28"/>
          <p:cNvSpPr txBox="1">
            <a:spLocks noGrp="1"/>
          </p:cNvSpPr>
          <p:nvPr>
            <p:ph type="body" idx="1"/>
          </p:nvPr>
        </p:nvSpPr>
        <p:spPr>
          <a:xfrm>
            <a:off x="109997" y="1234785"/>
            <a:ext cx="24003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4" name="Google Shape;194;p28"/>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 Subtitle + Conent v1">
  <p:cSld name="Title + Subtitle + Conent v1">
    <p:spTree>
      <p:nvGrpSpPr>
        <p:cNvPr id="1" name="Shape 195"/>
        <p:cNvGrpSpPr/>
        <p:nvPr/>
      </p:nvGrpSpPr>
      <p:grpSpPr>
        <a:xfrm>
          <a:off x="0" y="0"/>
          <a:ext cx="0" cy="0"/>
          <a:chOff x="0" y="0"/>
          <a:chExt cx="0" cy="0"/>
        </a:xfrm>
      </p:grpSpPr>
      <p:sp>
        <p:nvSpPr>
          <p:cNvPr id="196" name="Google Shape;196;p29"/>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7" name="Google Shape;197;p29"/>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8" name="Google Shape;198;p29"/>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199" name="Google Shape;199;p29"/>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0" name="Google Shape;200;p29"/>
          <p:cNvSpPr txBox="1">
            <a:spLocks noGrp="1"/>
          </p:cNvSpPr>
          <p:nvPr>
            <p:ph type="body" idx="2"/>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1" name="Google Shape;201;p29"/>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Subtitle + Conent v2">
  <p:cSld name="Title + Subtitle + Conent v2">
    <p:spTree>
      <p:nvGrpSpPr>
        <p:cNvPr id="1" name="Shape 202"/>
        <p:cNvGrpSpPr/>
        <p:nvPr/>
      </p:nvGrpSpPr>
      <p:grpSpPr>
        <a:xfrm>
          <a:off x="0" y="0"/>
          <a:ext cx="0" cy="0"/>
          <a:chOff x="0" y="0"/>
          <a:chExt cx="0" cy="0"/>
        </a:xfrm>
      </p:grpSpPr>
      <p:sp>
        <p:nvSpPr>
          <p:cNvPr id="203" name="Google Shape;203;p30"/>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4" name="Google Shape;204;p30"/>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5" name="Google Shape;205;p30"/>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06" name="Google Shape;206;p30"/>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7" name="Google Shape;207;p30"/>
          <p:cNvSpPr txBox="1">
            <a:spLocks noGrp="1"/>
          </p:cNvSpPr>
          <p:nvPr>
            <p:ph type="body" idx="2"/>
          </p:nvPr>
        </p:nvSpPr>
        <p:spPr>
          <a:xfrm>
            <a:off x="6633702"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8" name="Google Shape;208;p30"/>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09"/>
        <p:cNvGrpSpPr/>
        <p:nvPr/>
      </p:nvGrpSpPr>
      <p:grpSpPr>
        <a:xfrm>
          <a:off x="0" y="0"/>
          <a:ext cx="0" cy="0"/>
          <a:chOff x="0" y="0"/>
          <a:chExt cx="0" cy="0"/>
        </a:xfrm>
      </p:grpSpPr>
      <p:sp>
        <p:nvSpPr>
          <p:cNvPr id="210" name="Google Shape;210;p31"/>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1" name="Google Shape;211;p31"/>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2" name="Google Shape;212;p31"/>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13" name="Google Shape;213;p31"/>
          <p:cNvSpPr txBox="1">
            <a:spLocks noGrp="1"/>
          </p:cNvSpPr>
          <p:nvPr>
            <p:ph type="body" idx="1"/>
          </p:nvPr>
        </p:nvSpPr>
        <p:spPr>
          <a:xfrm>
            <a:off x="2817000" y="4065730"/>
            <a:ext cx="3510000" cy="151200"/>
          </a:xfrm>
          <a:prstGeom prst="rect">
            <a:avLst/>
          </a:prstGeom>
          <a:noFill/>
          <a:ln>
            <a:noFill/>
          </a:ln>
        </p:spPr>
        <p:txBody>
          <a:bodyPr spcFirstLastPara="1" wrap="square" lIns="0" tIns="0" rIns="0" bIns="0" anchor="t" anchorCtr="0">
            <a:noAutofit/>
          </a:bodyPr>
          <a:lstStyle>
            <a:lvl1pPr marL="457200" lvl="0" indent="-228600" algn="ctr">
              <a:lnSpc>
                <a:spcPct val="120000"/>
              </a:lnSpc>
              <a:spcBef>
                <a:spcPts val="500"/>
              </a:spcBef>
              <a:spcAft>
                <a:spcPts val="0"/>
              </a:spcAft>
              <a:buClr>
                <a:schemeClr val="dk2"/>
              </a:buClr>
              <a:buSzPts val="900"/>
              <a:buNone/>
              <a:defRPr sz="9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4" name="Google Shape;214;p31"/>
          <p:cNvSpPr/>
          <p:nvPr/>
        </p:nvSpPr>
        <p:spPr>
          <a:xfrm>
            <a:off x="4410194" y="911860"/>
            <a:ext cx="323188" cy="247188"/>
          </a:xfrm>
          <a:custGeom>
            <a:avLst/>
            <a:gdLst/>
            <a:ahLst/>
            <a:cxnLst/>
            <a:rect l="l" t="t" r="r" b="b"/>
            <a:pathLst>
              <a:path w="818197" h="625792" extrusionOk="0">
                <a:moveTo>
                  <a:pt x="224790" y="191453"/>
                </a:moveTo>
                <a:cubicBezTo>
                  <a:pt x="202882" y="213360"/>
                  <a:pt x="192405" y="244793"/>
                  <a:pt x="192405" y="282893"/>
                </a:cubicBezTo>
                <a:lnTo>
                  <a:pt x="192405" y="289560"/>
                </a:lnTo>
                <a:lnTo>
                  <a:pt x="363855" y="289560"/>
                </a:lnTo>
                <a:lnTo>
                  <a:pt x="363855" y="625793"/>
                </a:lnTo>
                <a:lnTo>
                  <a:pt x="0" y="625793"/>
                </a:lnTo>
                <a:lnTo>
                  <a:pt x="0" y="306705"/>
                </a:lnTo>
                <a:cubicBezTo>
                  <a:pt x="0" y="227648"/>
                  <a:pt x="22860" y="160973"/>
                  <a:pt x="69532" y="106680"/>
                </a:cubicBezTo>
                <a:cubicBezTo>
                  <a:pt x="116205" y="52388"/>
                  <a:pt x="188595" y="16193"/>
                  <a:pt x="288607" y="0"/>
                </a:cubicBezTo>
                <a:lnTo>
                  <a:pt x="340042" y="140970"/>
                </a:lnTo>
                <a:cubicBezTo>
                  <a:pt x="284798" y="152400"/>
                  <a:pt x="246698" y="168593"/>
                  <a:pt x="224790" y="191453"/>
                </a:cubicBezTo>
                <a:close/>
                <a:moveTo>
                  <a:pt x="679132" y="191453"/>
                </a:moveTo>
                <a:cubicBezTo>
                  <a:pt x="657225" y="213360"/>
                  <a:pt x="646748" y="244793"/>
                  <a:pt x="646748" y="282893"/>
                </a:cubicBezTo>
                <a:lnTo>
                  <a:pt x="646748" y="289560"/>
                </a:lnTo>
                <a:lnTo>
                  <a:pt x="818198" y="289560"/>
                </a:lnTo>
                <a:lnTo>
                  <a:pt x="818198" y="625793"/>
                </a:lnTo>
                <a:lnTo>
                  <a:pt x="454342" y="625793"/>
                </a:lnTo>
                <a:lnTo>
                  <a:pt x="454342" y="306705"/>
                </a:lnTo>
                <a:cubicBezTo>
                  <a:pt x="454342" y="227648"/>
                  <a:pt x="477203" y="160973"/>
                  <a:pt x="523875" y="106680"/>
                </a:cubicBezTo>
                <a:cubicBezTo>
                  <a:pt x="570548" y="52388"/>
                  <a:pt x="642938" y="16193"/>
                  <a:pt x="742950" y="0"/>
                </a:cubicBezTo>
                <a:lnTo>
                  <a:pt x="794385" y="140970"/>
                </a:lnTo>
                <a:cubicBezTo>
                  <a:pt x="739140" y="152400"/>
                  <a:pt x="701040" y="168593"/>
                  <a:pt x="679132" y="191453"/>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215" name="Google Shape;215;p31"/>
          <p:cNvSpPr txBox="1">
            <a:spLocks noGrp="1"/>
          </p:cNvSpPr>
          <p:nvPr>
            <p:ph type="body" idx="2"/>
          </p:nvPr>
        </p:nvSpPr>
        <p:spPr>
          <a:xfrm>
            <a:off x="929641" y="1685928"/>
            <a:ext cx="7284600" cy="1110300"/>
          </a:xfrm>
          <a:prstGeom prst="rect">
            <a:avLst/>
          </a:prstGeom>
          <a:noFill/>
          <a:ln>
            <a:noFill/>
          </a:ln>
        </p:spPr>
        <p:txBody>
          <a:bodyPr spcFirstLastPara="1" wrap="square" lIns="0" tIns="0" rIns="0" bIns="0" anchor="t" anchorCtr="0">
            <a:spAutoFit/>
          </a:bodyPr>
          <a:lstStyle>
            <a:lvl1pPr marL="457200" lvl="0" indent="-228600" algn="ctr">
              <a:lnSpc>
                <a:spcPct val="80000"/>
              </a:lnSpc>
              <a:spcBef>
                <a:spcPts val="0"/>
              </a:spcBef>
              <a:spcAft>
                <a:spcPts val="0"/>
              </a:spcAft>
              <a:buClr>
                <a:schemeClr val="dk2"/>
              </a:buClr>
              <a:buSzPts val="3000"/>
              <a:buNone/>
              <a:defRPr sz="30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Headline + Subhead + Content">
  <p:cSld name="Headline + Subhead + Content">
    <p:spTree>
      <p:nvGrpSpPr>
        <p:cNvPr id="1" name="Shape 216"/>
        <p:cNvGrpSpPr/>
        <p:nvPr/>
      </p:nvGrpSpPr>
      <p:grpSpPr>
        <a:xfrm>
          <a:off x="0" y="0"/>
          <a:ext cx="0" cy="0"/>
          <a:chOff x="0" y="0"/>
          <a:chExt cx="0" cy="0"/>
        </a:xfrm>
      </p:grpSpPr>
      <p:sp>
        <p:nvSpPr>
          <p:cNvPr id="217" name="Google Shape;217;p32"/>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8" name="Google Shape;218;p32"/>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9" name="Google Shape;219;p32"/>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20" name="Google Shape;220;p32"/>
          <p:cNvSpPr/>
          <p:nvPr/>
        </p:nvSpPr>
        <p:spPr>
          <a:xfrm>
            <a:off x="106426" y="258925"/>
            <a:ext cx="6100800" cy="4634400"/>
          </a:xfrm>
          <a:prstGeom prst="rect">
            <a:avLst/>
          </a:prstGeom>
          <a:solidFill>
            <a:srgbClr val="CF202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221" name="Google Shape;221;p32"/>
          <p:cNvSpPr txBox="1">
            <a:spLocks noGrp="1"/>
          </p:cNvSpPr>
          <p:nvPr>
            <p:ph type="body" idx="1"/>
          </p:nvPr>
        </p:nvSpPr>
        <p:spPr>
          <a:xfrm>
            <a:off x="6803802" y="1902336"/>
            <a:ext cx="2230200" cy="1338900"/>
          </a:xfrm>
          <a:prstGeom prst="rect">
            <a:avLst/>
          </a:prstGeom>
          <a:noFill/>
          <a:ln>
            <a:noFill/>
          </a:ln>
        </p:spPr>
        <p:txBody>
          <a:bodyPr spcFirstLastPara="1" wrap="square" lIns="0" tIns="0" rIns="0" bIns="0" anchor="ctr"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2" name="Google Shape;222;p32"/>
          <p:cNvSpPr txBox="1">
            <a:spLocks noGrp="1"/>
          </p:cNvSpPr>
          <p:nvPr>
            <p:ph type="body" idx="2"/>
          </p:nvPr>
        </p:nvSpPr>
        <p:spPr>
          <a:xfrm>
            <a:off x="1401897" y="2808430"/>
            <a:ext cx="3510000" cy="566400"/>
          </a:xfrm>
          <a:prstGeom prst="rect">
            <a:avLst/>
          </a:prstGeom>
          <a:noFill/>
          <a:ln>
            <a:noFill/>
          </a:ln>
        </p:spPr>
        <p:txBody>
          <a:bodyPr spcFirstLastPara="1" wrap="square" lIns="0" tIns="0" rIns="0" bIns="0" anchor="t" anchorCtr="0">
            <a:spAutoFit/>
          </a:bodyPr>
          <a:lstStyle>
            <a:lvl1pPr marL="457200" lvl="0" indent="-228600" algn="ctr">
              <a:lnSpc>
                <a:spcPct val="120000"/>
              </a:lnSpc>
              <a:spcBef>
                <a:spcPts val="500"/>
              </a:spcBef>
              <a:spcAft>
                <a:spcPts val="0"/>
              </a:spcAft>
              <a:buClr>
                <a:schemeClr val="lt1"/>
              </a:buClr>
              <a:buSzPts val="1100"/>
              <a:buNone/>
              <a:defRPr sz="1100" b="0"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3" name="Google Shape;223;p32"/>
          <p:cNvSpPr txBox="1">
            <a:spLocks noGrp="1"/>
          </p:cNvSpPr>
          <p:nvPr>
            <p:ph type="body" idx="3"/>
          </p:nvPr>
        </p:nvSpPr>
        <p:spPr>
          <a:xfrm>
            <a:off x="560001" y="2011089"/>
            <a:ext cx="5193900" cy="741000"/>
          </a:xfrm>
          <a:prstGeom prst="rect">
            <a:avLst/>
          </a:prstGeom>
          <a:noFill/>
          <a:ln>
            <a:noFill/>
          </a:ln>
        </p:spPr>
        <p:txBody>
          <a:bodyPr spcFirstLastPara="1" wrap="square" lIns="0" tIns="0" rIns="0" bIns="0" anchor="b" anchorCtr="0">
            <a:spAutoFit/>
          </a:bodyPr>
          <a:lstStyle>
            <a:lvl1pPr marL="457200" lvl="0" indent="-228600" algn="ctr">
              <a:lnSpc>
                <a:spcPct val="80000"/>
              </a:lnSpc>
              <a:spcBef>
                <a:spcPts val="500"/>
              </a:spcBef>
              <a:spcAft>
                <a:spcPts val="0"/>
              </a:spcAft>
              <a:buClr>
                <a:schemeClr val="lt1"/>
              </a:buClr>
              <a:buSzPts val="3000"/>
              <a:buNone/>
              <a:defRPr sz="3000" b="1"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 Conent + Image v2">
  <p:cSld name="Title + Conent + Image v2">
    <p:spTree>
      <p:nvGrpSpPr>
        <p:cNvPr id="1" name="Shape 224"/>
        <p:cNvGrpSpPr/>
        <p:nvPr/>
      </p:nvGrpSpPr>
      <p:grpSpPr>
        <a:xfrm>
          <a:off x="0" y="0"/>
          <a:ext cx="0" cy="0"/>
          <a:chOff x="0" y="0"/>
          <a:chExt cx="0" cy="0"/>
        </a:xfrm>
      </p:grpSpPr>
      <p:sp>
        <p:nvSpPr>
          <p:cNvPr id="225" name="Google Shape;225;p33"/>
          <p:cNvSpPr>
            <a:spLocks noGrp="1"/>
          </p:cNvSpPr>
          <p:nvPr>
            <p:ph type="pic" idx="2"/>
          </p:nvPr>
        </p:nvSpPr>
        <p:spPr>
          <a:xfrm>
            <a:off x="2970095" y="248736"/>
            <a:ext cx="3202200" cy="4644000"/>
          </a:xfrm>
          <a:prstGeom prst="rect">
            <a:avLst/>
          </a:prstGeom>
          <a:gradFill>
            <a:gsLst>
              <a:gs pos="0">
                <a:srgbClr val="000000">
                  <a:alpha val="40000"/>
                </a:srgbClr>
              </a:gs>
              <a:gs pos="100000">
                <a:srgbClr val="000000">
                  <a:alpha val="20000"/>
                </a:srgbClr>
              </a:gs>
            </a:gsLst>
            <a:lin ang="5400012" scaled="0"/>
          </a:gradFill>
          <a:ln>
            <a:noFill/>
          </a:ln>
        </p:spPr>
      </p:sp>
      <p:sp>
        <p:nvSpPr>
          <p:cNvPr id="226" name="Google Shape;226;p33"/>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7" name="Google Shape;227;p33"/>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8" name="Google Shape;228;p33"/>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29" name="Google Shape;229;p33"/>
          <p:cNvSpPr txBox="1">
            <a:spLocks noGrp="1"/>
          </p:cNvSpPr>
          <p:nvPr>
            <p:ph type="body" idx="1"/>
          </p:nvPr>
        </p:nvSpPr>
        <p:spPr>
          <a:xfrm>
            <a:off x="6633702"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30" name="Google Shape;230;p33"/>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 Conent + 2 Images v1">
  <p:cSld name="Title + Conent + 2 Images v1">
    <p:spTree>
      <p:nvGrpSpPr>
        <p:cNvPr id="1" name="Shape 231"/>
        <p:cNvGrpSpPr/>
        <p:nvPr/>
      </p:nvGrpSpPr>
      <p:grpSpPr>
        <a:xfrm>
          <a:off x="0" y="0"/>
          <a:ext cx="0" cy="0"/>
          <a:chOff x="0" y="0"/>
          <a:chExt cx="0" cy="0"/>
        </a:xfrm>
      </p:grpSpPr>
      <p:sp>
        <p:nvSpPr>
          <p:cNvPr id="232" name="Google Shape;232;p34"/>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3" name="Google Shape;233;p34"/>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4" name="Google Shape;234;p34"/>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35" name="Google Shape;235;p34"/>
          <p:cNvSpPr>
            <a:spLocks noGrp="1"/>
          </p:cNvSpPr>
          <p:nvPr>
            <p:ph type="pic" idx="2"/>
          </p:nvPr>
        </p:nvSpPr>
        <p:spPr>
          <a:xfrm>
            <a:off x="2970095" y="248736"/>
            <a:ext cx="32022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36" name="Google Shape;236;p34"/>
          <p:cNvSpPr>
            <a:spLocks noGrp="1"/>
          </p:cNvSpPr>
          <p:nvPr>
            <p:ph type="pic" idx="3"/>
          </p:nvPr>
        </p:nvSpPr>
        <p:spPr>
          <a:xfrm>
            <a:off x="2970095" y="2597736"/>
            <a:ext cx="32022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37" name="Google Shape;237;p34"/>
          <p:cNvSpPr txBox="1">
            <a:spLocks noGrp="1"/>
          </p:cNvSpPr>
          <p:nvPr>
            <p:ph type="body" idx="1"/>
          </p:nvPr>
        </p:nvSpPr>
        <p:spPr>
          <a:xfrm>
            <a:off x="6633702"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38" name="Google Shape;238;p34"/>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 Conent + 2 Images v2">
  <p:cSld name="Title + Conent + 2 Images v2">
    <p:spTree>
      <p:nvGrpSpPr>
        <p:cNvPr id="1" name="Shape 239"/>
        <p:cNvGrpSpPr/>
        <p:nvPr/>
      </p:nvGrpSpPr>
      <p:grpSpPr>
        <a:xfrm>
          <a:off x="0" y="0"/>
          <a:ext cx="0" cy="0"/>
          <a:chOff x="0" y="0"/>
          <a:chExt cx="0" cy="0"/>
        </a:xfrm>
      </p:grpSpPr>
      <p:sp>
        <p:nvSpPr>
          <p:cNvPr id="240" name="Google Shape;240;p35"/>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1" name="Google Shape;241;p35"/>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2" name="Google Shape;242;p35"/>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43" name="Google Shape;243;p35"/>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44" name="Google Shape;244;p35"/>
          <p:cNvSpPr>
            <a:spLocks noGrp="1"/>
          </p:cNvSpPr>
          <p:nvPr>
            <p:ph type="pic" idx="2"/>
          </p:nvPr>
        </p:nvSpPr>
        <p:spPr>
          <a:xfrm>
            <a:off x="4572000" y="248736"/>
            <a:ext cx="44667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45" name="Google Shape;245;p35"/>
          <p:cNvSpPr>
            <a:spLocks noGrp="1"/>
          </p:cNvSpPr>
          <p:nvPr>
            <p:ph type="pic" idx="3"/>
          </p:nvPr>
        </p:nvSpPr>
        <p:spPr>
          <a:xfrm>
            <a:off x="4572000" y="2597736"/>
            <a:ext cx="44667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46" name="Google Shape;246;p35"/>
          <p:cNvSpPr txBox="1">
            <a:spLocks noGrp="1"/>
          </p:cNvSpPr>
          <p:nvPr>
            <p:ph type="body" idx="4"/>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47" name="Google Shape;247;p35"/>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Conent + 2 Images v3">
  <p:cSld name="Title + Conent + 2 Images v3">
    <p:spTree>
      <p:nvGrpSpPr>
        <p:cNvPr id="1" name="Shape 248"/>
        <p:cNvGrpSpPr/>
        <p:nvPr/>
      </p:nvGrpSpPr>
      <p:grpSpPr>
        <a:xfrm>
          <a:off x="0" y="0"/>
          <a:ext cx="0" cy="0"/>
          <a:chOff x="0" y="0"/>
          <a:chExt cx="0" cy="0"/>
        </a:xfrm>
      </p:grpSpPr>
      <p:sp>
        <p:nvSpPr>
          <p:cNvPr id="249" name="Google Shape;249;p36"/>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0" name="Google Shape;250;p36"/>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1" name="Google Shape;251;p36"/>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52" name="Google Shape;252;p36"/>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53" name="Google Shape;253;p36"/>
          <p:cNvSpPr>
            <a:spLocks noGrp="1"/>
          </p:cNvSpPr>
          <p:nvPr>
            <p:ph type="pic" idx="2"/>
          </p:nvPr>
        </p:nvSpPr>
        <p:spPr>
          <a:xfrm>
            <a:off x="4572000" y="2597736"/>
            <a:ext cx="22029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54" name="Google Shape;254;p36"/>
          <p:cNvSpPr>
            <a:spLocks noGrp="1"/>
          </p:cNvSpPr>
          <p:nvPr>
            <p:ph type="pic" idx="3"/>
          </p:nvPr>
        </p:nvSpPr>
        <p:spPr>
          <a:xfrm>
            <a:off x="6835661" y="248736"/>
            <a:ext cx="22029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55" name="Google Shape;255;p36"/>
          <p:cNvSpPr txBox="1">
            <a:spLocks noGrp="1"/>
          </p:cNvSpPr>
          <p:nvPr>
            <p:ph type="body" idx="4"/>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56" name="Google Shape;256;p36"/>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Conent + 2 Images v4">
  <p:cSld name="Title + Conent + 2 Images v4">
    <p:spTree>
      <p:nvGrpSpPr>
        <p:cNvPr id="1" name="Shape 257"/>
        <p:cNvGrpSpPr/>
        <p:nvPr/>
      </p:nvGrpSpPr>
      <p:grpSpPr>
        <a:xfrm>
          <a:off x="0" y="0"/>
          <a:ext cx="0" cy="0"/>
          <a:chOff x="0" y="0"/>
          <a:chExt cx="0" cy="0"/>
        </a:xfrm>
      </p:grpSpPr>
      <p:sp>
        <p:nvSpPr>
          <p:cNvPr id="258" name="Google Shape;258;p37"/>
          <p:cNvSpPr>
            <a:spLocks noGrp="1"/>
          </p:cNvSpPr>
          <p:nvPr>
            <p:ph type="pic" idx="2"/>
          </p:nvPr>
        </p:nvSpPr>
        <p:spPr>
          <a:xfrm>
            <a:off x="4572000" y="248736"/>
            <a:ext cx="22029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59" name="Google Shape;259;p37"/>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60" name="Google Shape;260;p37"/>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61" name="Google Shape;261;p37"/>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62" name="Google Shape;262;p37"/>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63" name="Google Shape;263;p37"/>
          <p:cNvSpPr>
            <a:spLocks noGrp="1"/>
          </p:cNvSpPr>
          <p:nvPr>
            <p:ph type="pic" idx="3"/>
          </p:nvPr>
        </p:nvSpPr>
        <p:spPr>
          <a:xfrm>
            <a:off x="6835661" y="2597736"/>
            <a:ext cx="22029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64" name="Google Shape;264;p37"/>
          <p:cNvSpPr txBox="1">
            <a:spLocks noGrp="1"/>
          </p:cNvSpPr>
          <p:nvPr>
            <p:ph type="body" idx="4"/>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65" name="Google Shape;265;p37"/>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onent + 2 Images v5">
  <p:cSld name="Title + Conent + 2 Images v5">
    <p:spTree>
      <p:nvGrpSpPr>
        <p:cNvPr id="1" name="Shape 266"/>
        <p:cNvGrpSpPr/>
        <p:nvPr/>
      </p:nvGrpSpPr>
      <p:grpSpPr>
        <a:xfrm>
          <a:off x="0" y="0"/>
          <a:ext cx="0" cy="0"/>
          <a:chOff x="0" y="0"/>
          <a:chExt cx="0" cy="0"/>
        </a:xfrm>
      </p:grpSpPr>
      <p:sp>
        <p:nvSpPr>
          <p:cNvPr id="267" name="Google Shape;267;p38"/>
          <p:cNvSpPr>
            <a:spLocks noGrp="1"/>
          </p:cNvSpPr>
          <p:nvPr>
            <p:ph type="pic" idx="2"/>
          </p:nvPr>
        </p:nvSpPr>
        <p:spPr>
          <a:xfrm>
            <a:off x="4572000" y="248736"/>
            <a:ext cx="2202900" cy="4620900"/>
          </a:xfrm>
          <a:prstGeom prst="rect">
            <a:avLst/>
          </a:prstGeom>
          <a:gradFill>
            <a:gsLst>
              <a:gs pos="0">
                <a:srgbClr val="000000">
                  <a:alpha val="40000"/>
                </a:srgbClr>
              </a:gs>
              <a:gs pos="100000">
                <a:srgbClr val="000000">
                  <a:alpha val="20000"/>
                </a:srgbClr>
              </a:gs>
            </a:gsLst>
            <a:lin ang="5400012" scaled="0"/>
          </a:gradFill>
          <a:ln>
            <a:noFill/>
          </a:ln>
        </p:spPr>
      </p:sp>
      <p:sp>
        <p:nvSpPr>
          <p:cNvPr id="268" name="Google Shape;268;p38"/>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69" name="Google Shape;269;p38"/>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0" name="Google Shape;270;p38"/>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71" name="Google Shape;271;p38"/>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72" name="Google Shape;272;p38"/>
          <p:cNvSpPr>
            <a:spLocks noGrp="1"/>
          </p:cNvSpPr>
          <p:nvPr>
            <p:ph type="pic" idx="3"/>
          </p:nvPr>
        </p:nvSpPr>
        <p:spPr>
          <a:xfrm>
            <a:off x="6835661" y="248736"/>
            <a:ext cx="2202900" cy="4620900"/>
          </a:xfrm>
          <a:prstGeom prst="rect">
            <a:avLst/>
          </a:prstGeom>
          <a:gradFill>
            <a:gsLst>
              <a:gs pos="0">
                <a:srgbClr val="000000">
                  <a:alpha val="40000"/>
                </a:srgbClr>
              </a:gs>
              <a:gs pos="100000">
                <a:srgbClr val="000000">
                  <a:alpha val="20000"/>
                </a:srgbClr>
              </a:gs>
            </a:gsLst>
            <a:lin ang="5400012" scaled="0"/>
          </a:gradFill>
          <a:ln>
            <a:noFill/>
          </a:ln>
        </p:spPr>
      </p:sp>
      <p:sp>
        <p:nvSpPr>
          <p:cNvPr id="273" name="Google Shape;273;p38"/>
          <p:cNvSpPr txBox="1">
            <a:spLocks noGrp="1"/>
          </p:cNvSpPr>
          <p:nvPr>
            <p:ph type="body" idx="4"/>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74" name="Google Shape;274;p38"/>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Conent + 3 Images ">
  <p:cSld name="Title + Conent + 3 Images ">
    <p:spTree>
      <p:nvGrpSpPr>
        <p:cNvPr id="1" name="Shape 275"/>
        <p:cNvGrpSpPr/>
        <p:nvPr/>
      </p:nvGrpSpPr>
      <p:grpSpPr>
        <a:xfrm>
          <a:off x="0" y="0"/>
          <a:ext cx="0" cy="0"/>
          <a:chOff x="0" y="0"/>
          <a:chExt cx="0" cy="0"/>
        </a:xfrm>
      </p:grpSpPr>
      <p:sp>
        <p:nvSpPr>
          <p:cNvPr id="276" name="Google Shape;276;p39"/>
          <p:cNvSpPr>
            <a:spLocks noGrp="1"/>
          </p:cNvSpPr>
          <p:nvPr>
            <p:ph type="pic" idx="2"/>
          </p:nvPr>
        </p:nvSpPr>
        <p:spPr>
          <a:xfrm>
            <a:off x="4578678" y="248736"/>
            <a:ext cx="4460100" cy="1793400"/>
          </a:xfrm>
          <a:prstGeom prst="rect">
            <a:avLst/>
          </a:prstGeom>
          <a:gradFill>
            <a:gsLst>
              <a:gs pos="0">
                <a:srgbClr val="000000">
                  <a:alpha val="40000"/>
                </a:srgbClr>
              </a:gs>
              <a:gs pos="100000">
                <a:srgbClr val="000000">
                  <a:alpha val="20000"/>
                </a:srgbClr>
              </a:gs>
            </a:gsLst>
            <a:lin ang="5400012" scaled="0"/>
          </a:gradFill>
          <a:ln>
            <a:noFill/>
          </a:ln>
        </p:spPr>
      </p:sp>
      <p:sp>
        <p:nvSpPr>
          <p:cNvPr id="277" name="Google Shape;277;p39"/>
          <p:cNvSpPr>
            <a:spLocks noGrp="1"/>
          </p:cNvSpPr>
          <p:nvPr>
            <p:ph type="pic" idx="3"/>
          </p:nvPr>
        </p:nvSpPr>
        <p:spPr>
          <a:xfrm>
            <a:off x="6835661" y="2099214"/>
            <a:ext cx="2202900" cy="2793600"/>
          </a:xfrm>
          <a:prstGeom prst="rect">
            <a:avLst/>
          </a:prstGeom>
          <a:gradFill>
            <a:gsLst>
              <a:gs pos="0">
                <a:srgbClr val="000000">
                  <a:alpha val="40000"/>
                </a:srgbClr>
              </a:gs>
              <a:gs pos="100000">
                <a:srgbClr val="000000">
                  <a:alpha val="20000"/>
                </a:srgbClr>
              </a:gs>
            </a:gsLst>
            <a:lin ang="5400012" scaled="0"/>
          </a:gradFill>
          <a:ln>
            <a:noFill/>
          </a:ln>
        </p:spPr>
      </p:sp>
      <p:sp>
        <p:nvSpPr>
          <p:cNvPr id="278" name="Google Shape;278;p39"/>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9" name="Google Shape;279;p39"/>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0" name="Google Shape;280;p39"/>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81" name="Google Shape;281;p39"/>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82" name="Google Shape;282;p39"/>
          <p:cNvSpPr>
            <a:spLocks noGrp="1"/>
          </p:cNvSpPr>
          <p:nvPr>
            <p:ph type="pic" idx="4"/>
          </p:nvPr>
        </p:nvSpPr>
        <p:spPr>
          <a:xfrm>
            <a:off x="4578678" y="2099214"/>
            <a:ext cx="2202900" cy="2793600"/>
          </a:xfrm>
          <a:prstGeom prst="rect">
            <a:avLst/>
          </a:prstGeom>
          <a:gradFill>
            <a:gsLst>
              <a:gs pos="0">
                <a:srgbClr val="000000">
                  <a:alpha val="40000"/>
                </a:srgbClr>
              </a:gs>
              <a:gs pos="100000">
                <a:srgbClr val="000000">
                  <a:alpha val="20000"/>
                </a:srgbClr>
              </a:gs>
            </a:gsLst>
            <a:lin ang="5400012" scaled="0"/>
          </a:gradFill>
          <a:ln>
            <a:noFill/>
          </a:ln>
        </p:spPr>
      </p:sp>
      <p:sp>
        <p:nvSpPr>
          <p:cNvPr id="283" name="Google Shape;283;p39"/>
          <p:cNvSpPr txBox="1">
            <a:spLocks noGrp="1"/>
          </p:cNvSpPr>
          <p:nvPr>
            <p:ph type="body" idx="5"/>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84" name="Google Shape;284;p39"/>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Conent + 4 Images">
  <p:cSld name="Title + Conent + 4 Images">
    <p:spTree>
      <p:nvGrpSpPr>
        <p:cNvPr id="1" name="Shape 285"/>
        <p:cNvGrpSpPr/>
        <p:nvPr/>
      </p:nvGrpSpPr>
      <p:grpSpPr>
        <a:xfrm>
          <a:off x="0" y="0"/>
          <a:ext cx="0" cy="0"/>
          <a:chOff x="0" y="0"/>
          <a:chExt cx="0" cy="0"/>
        </a:xfrm>
      </p:grpSpPr>
      <p:sp>
        <p:nvSpPr>
          <p:cNvPr id="286" name="Google Shape;286;p40"/>
          <p:cNvSpPr>
            <a:spLocks noGrp="1"/>
          </p:cNvSpPr>
          <p:nvPr>
            <p:ph type="pic" idx="2"/>
          </p:nvPr>
        </p:nvSpPr>
        <p:spPr>
          <a:xfrm>
            <a:off x="4572000" y="248736"/>
            <a:ext cx="22029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87" name="Google Shape;287;p40"/>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8" name="Google Shape;288;p40"/>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9" name="Google Shape;289;p40"/>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290" name="Google Shape;290;p40"/>
          <p:cNvSpPr txBox="1">
            <a:spLocks noGrp="1"/>
          </p:cNvSpPr>
          <p:nvPr>
            <p:ph type="body" idx="1"/>
          </p:nvPr>
        </p:nvSpPr>
        <p:spPr>
          <a:xfrm>
            <a:off x="109997" y="1234785"/>
            <a:ext cx="2403000" cy="161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Clr>
                <a:schemeClr val="dk2"/>
              </a:buClr>
              <a:buSzPts val="1100"/>
              <a:buNone/>
              <a:defRPr sz="1100" b="0"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91" name="Google Shape;291;p40"/>
          <p:cNvSpPr>
            <a:spLocks noGrp="1"/>
          </p:cNvSpPr>
          <p:nvPr>
            <p:ph type="pic" idx="3"/>
          </p:nvPr>
        </p:nvSpPr>
        <p:spPr>
          <a:xfrm>
            <a:off x="6835661" y="2597736"/>
            <a:ext cx="22029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92" name="Google Shape;292;p40"/>
          <p:cNvSpPr>
            <a:spLocks noGrp="1"/>
          </p:cNvSpPr>
          <p:nvPr>
            <p:ph type="pic" idx="4"/>
          </p:nvPr>
        </p:nvSpPr>
        <p:spPr>
          <a:xfrm>
            <a:off x="4572000" y="2597736"/>
            <a:ext cx="22029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93" name="Google Shape;293;p40"/>
          <p:cNvSpPr>
            <a:spLocks noGrp="1"/>
          </p:cNvSpPr>
          <p:nvPr>
            <p:ph type="pic" idx="5"/>
          </p:nvPr>
        </p:nvSpPr>
        <p:spPr>
          <a:xfrm>
            <a:off x="6835661" y="248736"/>
            <a:ext cx="2202900" cy="2295000"/>
          </a:xfrm>
          <a:prstGeom prst="rect">
            <a:avLst/>
          </a:prstGeom>
          <a:gradFill>
            <a:gsLst>
              <a:gs pos="0">
                <a:srgbClr val="000000">
                  <a:alpha val="40000"/>
                </a:srgbClr>
              </a:gs>
              <a:gs pos="100000">
                <a:srgbClr val="000000">
                  <a:alpha val="20000"/>
                </a:srgbClr>
              </a:gs>
            </a:gsLst>
            <a:lin ang="5400012" scaled="0"/>
          </a:gradFill>
          <a:ln>
            <a:noFill/>
          </a:ln>
        </p:spPr>
      </p:sp>
      <p:sp>
        <p:nvSpPr>
          <p:cNvPr id="294" name="Google Shape;294;p40"/>
          <p:cNvSpPr txBox="1">
            <a:spLocks noGrp="1"/>
          </p:cNvSpPr>
          <p:nvPr>
            <p:ph type="body" idx="6"/>
          </p:nvPr>
        </p:nvSpPr>
        <p:spPr>
          <a:xfrm>
            <a:off x="109997" y="3807827"/>
            <a:ext cx="2400300" cy="1061700"/>
          </a:xfrm>
          <a:prstGeom prst="rect">
            <a:avLst/>
          </a:prstGeom>
          <a:noFill/>
          <a:ln>
            <a:noFill/>
          </a:ln>
        </p:spPr>
        <p:txBody>
          <a:bodyPr spcFirstLastPara="1" wrap="square" lIns="0" tIns="0" rIns="0" bIns="0" anchor="b"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95" name="Google Shape;295;p40"/>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4 Categories">
  <p:cSld name="Title + 4 Categories">
    <p:spTree>
      <p:nvGrpSpPr>
        <p:cNvPr id="1" name="Shape 296"/>
        <p:cNvGrpSpPr/>
        <p:nvPr/>
      </p:nvGrpSpPr>
      <p:grpSpPr>
        <a:xfrm>
          <a:off x="0" y="0"/>
          <a:ext cx="0" cy="0"/>
          <a:chOff x="0" y="0"/>
          <a:chExt cx="0" cy="0"/>
        </a:xfrm>
      </p:grpSpPr>
      <p:sp>
        <p:nvSpPr>
          <p:cNvPr id="297" name="Google Shape;297;p41"/>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98" name="Google Shape;298;p41"/>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99" name="Google Shape;299;p41"/>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300" name="Google Shape;300;p41"/>
          <p:cNvSpPr>
            <a:spLocks noGrp="1"/>
          </p:cNvSpPr>
          <p:nvPr>
            <p:ph type="pic" idx="2"/>
          </p:nvPr>
        </p:nvSpPr>
        <p:spPr>
          <a:xfrm>
            <a:off x="6846358" y="1199402"/>
            <a:ext cx="2187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301" name="Google Shape;301;p41"/>
          <p:cNvSpPr>
            <a:spLocks noGrp="1"/>
          </p:cNvSpPr>
          <p:nvPr>
            <p:ph type="pic" idx="3"/>
          </p:nvPr>
        </p:nvSpPr>
        <p:spPr>
          <a:xfrm>
            <a:off x="4600424" y="1199402"/>
            <a:ext cx="2187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302" name="Google Shape;302;p41"/>
          <p:cNvSpPr>
            <a:spLocks noGrp="1"/>
          </p:cNvSpPr>
          <p:nvPr>
            <p:ph type="pic" idx="4"/>
          </p:nvPr>
        </p:nvSpPr>
        <p:spPr>
          <a:xfrm>
            <a:off x="2354489" y="1199402"/>
            <a:ext cx="2187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303" name="Google Shape;303;p41"/>
          <p:cNvSpPr txBox="1">
            <a:spLocks noGrp="1"/>
          </p:cNvSpPr>
          <p:nvPr>
            <p:ph type="body" idx="1"/>
          </p:nvPr>
        </p:nvSpPr>
        <p:spPr>
          <a:xfrm>
            <a:off x="2354489" y="3424393"/>
            <a:ext cx="2187600" cy="9465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4" name="Google Shape;304;p41"/>
          <p:cNvSpPr txBox="1">
            <a:spLocks noGrp="1"/>
          </p:cNvSpPr>
          <p:nvPr>
            <p:ph type="body" idx="5"/>
          </p:nvPr>
        </p:nvSpPr>
        <p:spPr>
          <a:xfrm>
            <a:off x="4600424" y="3424393"/>
            <a:ext cx="2187600" cy="9465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5" name="Google Shape;305;p41"/>
          <p:cNvSpPr txBox="1">
            <a:spLocks noGrp="1"/>
          </p:cNvSpPr>
          <p:nvPr>
            <p:ph type="body" idx="6"/>
          </p:nvPr>
        </p:nvSpPr>
        <p:spPr>
          <a:xfrm>
            <a:off x="6846358" y="3424393"/>
            <a:ext cx="2187600" cy="9465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6" name="Google Shape;306;p41"/>
          <p:cNvSpPr>
            <a:spLocks noGrp="1"/>
          </p:cNvSpPr>
          <p:nvPr>
            <p:ph type="pic" idx="7"/>
          </p:nvPr>
        </p:nvSpPr>
        <p:spPr>
          <a:xfrm>
            <a:off x="108555" y="1199402"/>
            <a:ext cx="2187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307" name="Google Shape;307;p41"/>
          <p:cNvSpPr txBox="1">
            <a:spLocks noGrp="1"/>
          </p:cNvSpPr>
          <p:nvPr>
            <p:ph type="body" idx="8"/>
          </p:nvPr>
        </p:nvSpPr>
        <p:spPr>
          <a:xfrm>
            <a:off x="108555" y="3424393"/>
            <a:ext cx="2187600" cy="9465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08" name="Google Shape;308;p41"/>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 3 Categories">
  <p:cSld name="Title + 3 Categories">
    <p:spTree>
      <p:nvGrpSpPr>
        <p:cNvPr id="1" name="Shape 309"/>
        <p:cNvGrpSpPr/>
        <p:nvPr/>
      </p:nvGrpSpPr>
      <p:grpSpPr>
        <a:xfrm>
          <a:off x="0" y="0"/>
          <a:ext cx="0" cy="0"/>
          <a:chOff x="0" y="0"/>
          <a:chExt cx="0" cy="0"/>
        </a:xfrm>
      </p:grpSpPr>
      <p:sp>
        <p:nvSpPr>
          <p:cNvPr id="310" name="Google Shape;310;p42"/>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1" name="Google Shape;311;p42"/>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2" name="Google Shape;312;p42"/>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313" name="Google Shape;313;p42"/>
          <p:cNvSpPr>
            <a:spLocks noGrp="1"/>
          </p:cNvSpPr>
          <p:nvPr>
            <p:ph type="pic" idx="2"/>
          </p:nvPr>
        </p:nvSpPr>
        <p:spPr>
          <a:xfrm>
            <a:off x="6846358" y="1199402"/>
            <a:ext cx="2187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314" name="Google Shape;314;p42"/>
          <p:cNvSpPr>
            <a:spLocks noGrp="1"/>
          </p:cNvSpPr>
          <p:nvPr>
            <p:ph type="pic" idx="3"/>
          </p:nvPr>
        </p:nvSpPr>
        <p:spPr>
          <a:xfrm>
            <a:off x="4600424" y="1199402"/>
            <a:ext cx="2187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315" name="Google Shape;315;p42"/>
          <p:cNvSpPr>
            <a:spLocks noGrp="1"/>
          </p:cNvSpPr>
          <p:nvPr>
            <p:ph type="pic" idx="4"/>
          </p:nvPr>
        </p:nvSpPr>
        <p:spPr>
          <a:xfrm>
            <a:off x="2354489" y="1199402"/>
            <a:ext cx="2187600" cy="2104800"/>
          </a:xfrm>
          <a:prstGeom prst="rect">
            <a:avLst/>
          </a:prstGeom>
          <a:gradFill>
            <a:gsLst>
              <a:gs pos="0">
                <a:srgbClr val="000000">
                  <a:alpha val="40000"/>
                </a:srgbClr>
              </a:gs>
              <a:gs pos="100000">
                <a:srgbClr val="000000">
                  <a:alpha val="20000"/>
                </a:srgbClr>
              </a:gs>
            </a:gsLst>
            <a:lin ang="5400012" scaled="0"/>
          </a:gradFill>
          <a:ln>
            <a:noFill/>
          </a:ln>
        </p:spPr>
      </p:sp>
      <p:sp>
        <p:nvSpPr>
          <p:cNvPr id="316" name="Google Shape;316;p42"/>
          <p:cNvSpPr txBox="1">
            <a:spLocks noGrp="1"/>
          </p:cNvSpPr>
          <p:nvPr>
            <p:ph type="body" idx="1"/>
          </p:nvPr>
        </p:nvSpPr>
        <p:spPr>
          <a:xfrm>
            <a:off x="2354489" y="3424393"/>
            <a:ext cx="2187600" cy="9465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17" name="Google Shape;317;p42"/>
          <p:cNvSpPr txBox="1">
            <a:spLocks noGrp="1"/>
          </p:cNvSpPr>
          <p:nvPr>
            <p:ph type="body" idx="5"/>
          </p:nvPr>
        </p:nvSpPr>
        <p:spPr>
          <a:xfrm>
            <a:off x="4600424" y="3424393"/>
            <a:ext cx="2187600" cy="9465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18" name="Google Shape;318;p42"/>
          <p:cNvSpPr txBox="1">
            <a:spLocks noGrp="1"/>
          </p:cNvSpPr>
          <p:nvPr>
            <p:ph type="body" idx="6"/>
          </p:nvPr>
        </p:nvSpPr>
        <p:spPr>
          <a:xfrm>
            <a:off x="6846358" y="3424393"/>
            <a:ext cx="2187600" cy="9465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19" name="Google Shape;319;p42"/>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 2 Categories">
  <p:cSld name="Title + 2 Categories">
    <p:spTree>
      <p:nvGrpSpPr>
        <p:cNvPr id="1" name="Shape 320"/>
        <p:cNvGrpSpPr/>
        <p:nvPr/>
      </p:nvGrpSpPr>
      <p:grpSpPr>
        <a:xfrm>
          <a:off x="0" y="0"/>
          <a:ext cx="0" cy="0"/>
          <a:chOff x="0" y="0"/>
          <a:chExt cx="0" cy="0"/>
        </a:xfrm>
      </p:grpSpPr>
      <p:sp>
        <p:nvSpPr>
          <p:cNvPr id="321" name="Google Shape;321;p43"/>
          <p:cNvSpPr>
            <a:spLocks noGrp="1"/>
          </p:cNvSpPr>
          <p:nvPr>
            <p:ph type="pic" idx="2"/>
          </p:nvPr>
        </p:nvSpPr>
        <p:spPr>
          <a:xfrm>
            <a:off x="2354489" y="1207145"/>
            <a:ext cx="3312900" cy="2097300"/>
          </a:xfrm>
          <a:prstGeom prst="rect">
            <a:avLst/>
          </a:prstGeom>
          <a:gradFill>
            <a:gsLst>
              <a:gs pos="0">
                <a:srgbClr val="000000">
                  <a:alpha val="40000"/>
                </a:srgbClr>
              </a:gs>
              <a:gs pos="100000">
                <a:srgbClr val="000000">
                  <a:alpha val="20000"/>
                </a:srgbClr>
              </a:gs>
            </a:gsLst>
            <a:lin ang="5400012" scaled="0"/>
          </a:gradFill>
          <a:ln>
            <a:noFill/>
          </a:ln>
        </p:spPr>
      </p:sp>
      <p:sp>
        <p:nvSpPr>
          <p:cNvPr id="322" name="Google Shape;322;p43"/>
          <p:cNvSpPr>
            <a:spLocks noGrp="1"/>
          </p:cNvSpPr>
          <p:nvPr>
            <p:ph type="pic" idx="3"/>
          </p:nvPr>
        </p:nvSpPr>
        <p:spPr>
          <a:xfrm>
            <a:off x="5721246" y="1207145"/>
            <a:ext cx="3312900" cy="2097300"/>
          </a:xfrm>
          <a:prstGeom prst="rect">
            <a:avLst/>
          </a:prstGeom>
          <a:gradFill>
            <a:gsLst>
              <a:gs pos="0">
                <a:srgbClr val="000000">
                  <a:alpha val="40000"/>
                </a:srgbClr>
              </a:gs>
              <a:gs pos="100000">
                <a:srgbClr val="000000">
                  <a:alpha val="20000"/>
                </a:srgbClr>
              </a:gs>
            </a:gsLst>
            <a:lin ang="5400012" scaled="0"/>
          </a:gradFill>
          <a:ln>
            <a:noFill/>
          </a:ln>
        </p:spPr>
      </p:sp>
      <p:sp>
        <p:nvSpPr>
          <p:cNvPr id="323" name="Google Shape;323;p43"/>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24" name="Google Shape;324;p43"/>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25" name="Google Shape;325;p43"/>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326" name="Google Shape;326;p43"/>
          <p:cNvSpPr txBox="1">
            <a:spLocks noGrp="1"/>
          </p:cNvSpPr>
          <p:nvPr>
            <p:ph type="body" idx="1"/>
          </p:nvPr>
        </p:nvSpPr>
        <p:spPr>
          <a:xfrm>
            <a:off x="2354489" y="3424393"/>
            <a:ext cx="3312900" cy="6693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7" name="Google Shape;327;p43"/>
          <p:cNvSpPr txBox="1">
            <a:spLocks noGrp="1"/>
          </p:cNvSpPr>
          <p:nvPr>
            <p:ph type="body" idx="4"/>
          </p:nvPr>
        </p:nvSpPr>
        <p:spPr>
          <a:xfrm>
            <a:off x="5721247" y="3424393"/>
            <a:ext cx="3312900" cy="669300"/>
          </a:xfrm>
          <a:prstGeom prst="rect">
            <a:avLst/>
          </a:prstGeom>
          <a:noFill/>
          <a:ln>
            <a:noFill/>
          </a:ln>
        </p:spPr>
        <p:txBody>
          <a:bodyPr spcFirstLastPara="1" wrap="square" lIns="0" tIns="0" rIns="54000" bIns="0" anchor="t" anchorCtr="0">
            <a:spAutoFit/>
          </a:bodyPr>
          <a:lstStyle>
            <a:lvl1pPr marL="457200" lvl="0" indent="-285750" algn="l">
              <a:lnSpc>
                <a:spcPct val="100000"/>
              </a:lnSpc>
              <a:spcBef>
                <a:spcPts val="900"/>
              </a:spcBef>
              <a:spcAft>
                <a:spcPts val="0"/>
              </a:spcAft>
              <a:buClr>
                <a:schemeClr val="dk2"/>
              </a:buClr>
              <a:buSzPts val="900"/>
              <a:buFont typeface="Arial"/>
              <a:buChar char="•"/>
              <a:defRPr sz="900" b="0" i="0">
                <a:latin typeface="Arial"/>
                <a:ea typeface="Arial"/>
                <a:cs typeface="Arial"/>
                <a:sym typeface="Arial"/>
              </a:defRPr>
            </a:lvl1pPr>
            <a:lvl2pPr marL="914400" lvl="1" indent="-285750" algn="l">
              <a:lnSpc>
                <a:spcPct val="100000"/>
              </a:lnSpc>
              <a:spcBef>
                <a:spcPts val="900"/>
              </a:spcBef>
              <a:spcAft>
                <a:spcPts val="0"/>
              </a:spcAft>
              <a:buClr>
                <a:schemeClr val="dk2"/>
              </a:buClr>
              <a:buSzPts val="900"/>
              <a:buFont typeface="Arial"/>
              <a:buChar char="•"/>
              <a:defRPr b="0" i="0">
                <a:latin typeface="Arial"/>
                <a:ea typeface="Arial"/>
                <a:cs typeface="Arial"/>
                <a:sym typeface="Arial"/>
              </a:defRPr>
            </a:lvl2pPr>
            <a:lvl3pPr marL="1371600" lvl="2" indent="-285750" algn="l">
              <a:lnSpc>
                <a:spcPct val="100000"/>
              </a:lnSpc>
              <a:spcBef>
                <a:spcPts val="900"/>
              </a:spcBef>
              <a:spcAft>
                <a:spcPts val="0"/>
              </a:spcAft>
              <a:buClr>
                <a:schemeClr val="dk2"/>
              </a:buClr>
              <a:buSzPts val="900"/>
              <a:buFont typeface="Arial"/>
              <a:buChar char="•"/>
              <a:defRPr/>
            </a:lvl3pPr>
            <a:lvl4pPr marL="1828800" lvl="3" indent="-285750" algn="l">
              <a:lnSpc>
                <a:spcPct val="100000"/>
              </a:lnSpc>
              <a:spcBef>
                <a:spcPts val="900"/>
              </a:spcBef>
              <a:spcAft>
                <a:spcPts val="0"/>
              </a:spcAft>
              <a:buClr>
                <a:schemeClr val="dk2"/>
              </a:buClr>
              <a:buSzPts val="900"/>
              <a:buFont typeface="Arial"/>
              <a:buChar char="•"/>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8" name="Google Shape;328;p43"/>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Headline + Subhead + Image">
  <p:cSld name="Headline + Subhead + Image">
    <p:spTree>
      <p:nvGrpSpPr>
        <p:cNvPr id="1" name="Shape 329"/>
        <p:cNvGrpSpPr/>
        <p:nvPr/>
      </p:nvGrpSpPr>
      <p:grpSpPr>
        <a:xfrm>
          <a:off x="0" y="0"/>
          <a:ext cx="0" cy="0"/>
          <a:chOff x="0" y="0"/>
          <a:chExt cx="0" cy="0"/>
        </a:xfrm>
      </p:grpSpPr>
      <p:sp>
        <p:nvSpPr>
          <p:cNvPr id="330" name="Google Shape;330;p44"/>
          <p:cNvSpPr>
            <a:spLocks noGrp="1"/>
          </p:cNvSpPr>
          <p:nvPr>
            <p:ph type="pic" idx="2"/>
          </p:nvPr>
        </p:nvSpPr>
        <p:spPr>
          <a:xfrm>
            <a:off x="5718586" y="109728"/>
            <a:ext cx="3318300" cy="4787100"/>
          </a:xfrm>
          <a:prstGeom prst="rect">
            <a:avLst/>
          </a:prstGeom>
          <a:gradFill>
            <a:gsLst>
              <a:gs pos="0">
                <a:srgbClr val="000000">
                  <a:alpha val="40000"/>
                </a:srgbClr>
              </a:gs>
              <a:gs pos="100000">
                <a:srgbClr val="000000">
                  <a:alpha val="20000"/>
                </a:srgbClr>
              </a:gs>
            </a:gsLst>
            <a:lin ang="5400012" scaled="0"/>
          </a:gradFill>
          <a:ln>
            <a:noFill/>
          </a:ln>
        </p:spPr>
      </p:sp>
      <p:sp>
        <p:nvSpPr>
          <p:cNvPr id="331" name="Google Shape;331;p44"/>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32" name="Google Shape;332;p44"/>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33" name="Google Shape;333;p44"/>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334" name="Google Shape;334;p44"/>
          <p:cNvSpPr txBox="1">
            <a:spLocks noGrp="1"/>
          </p:cNvSpPr>
          <p:nvPr>
            <p:ph type="body" idx="1"/>
          </p:nvPr>
        </p:nvSpPr>
        <p:spPr>
          <a:xfrm>
            <a:off x="1074584" y="2808430"/>
            <a:ext cx="3510000" cy="566400"/>
          </a:xfrm>
          <a:prstGeom prst="rect">
            <a:avLst/>
          </a:prstGeom>
          <a:noFill/>
          <a:ln>
            <a:noFill/>
          </a:ln>
        </p:spPr>
        <p:txBody>
          <a:bodyPr spcFirstLastPara="1" wrap="square" lIns="0" tIns="0" rIns="0" bIns="0" anchor="t" anchorCtr="0">
            <a:spAutoFit/>
          </a:bodyPr>
          <a:lstStyle>
            <a:lvl1pPr marL="457200" lvl="0" indent="-228600" algn="ctr">
              <a:lnSpc>
                <a:spcPct val="120000"/>
              </a:lnSpc>
              <a:spcBef>
                <a:spcPts val="500"/>
              </a:spcBef>
              <a:spcAft>
                <a:spcPts val="0"/>
              </a:spcAft>
              <a:buClr>
                <a:schemeClr val="dk2"/>
              </a:buClr>
              <a:buSzPts val="1100"/>
              <a:buNone/>
              <a:defRPr sz="1100" b="0"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5" name="Google Shape;335;p44"/>
          <p:cNvSpPr txBox="1">
            <a:spLocks noGrp="1"/>
          </p:cNvSpPr>
          <p:nvPr>
            <p:ph type="body" idx="3"/>
          </p:nvPr>
        </p:nvSpPr>
        <p:spPr>
          <a:xfrm>
            <a:off x="232688" y="2011089"/>
            <a:ext cx="5193900" cy="741000"/>
          </a:xfrm>
          <a:prstGeom prst="rect">
            <a:avLst/>
          </a:prstGeom>
          <a:noFill/>
          <a:ln>
            <a:noFill/>
          </a:ln>
        </p:spPr>
        <p:txBody>
          <a:bodyPr spcFirstLastPara="1" wrap="square" lIns="0" tIns="0" rIns="0" bIns="0" anchor="b" anchorCtr="0">
            <a:spAutoFit/>
          </a:bodyPr>
          <a:lstStyle>
            <a:lvl1pPr marL="457200" lvl="0" indent="-228600" algn="ctr">
              <a:lnSpc>
                <a:spcPct val="80000"/>
              </a:lnSpc>
              <a:spcBef>
                <a:spcPts val="500"/>
              </a:spcBef>
              <a:spcAft>
                <a:spcPts val="0"/>
              </a:spcAft>
              <a:buClr>
                <a:schemeClr val="dk2"/>
              </a:buClr>
              <a:buSzPts val="3000"/>
              <a:buNone/>
              <a:defRPr sz="3000" b="1" i="0">
                <a:solidFill>
                  <a:schemeClr val="dk2"/>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mage Fullscreen">
  <p:cSld name="Image Fullscreen">
    <p:spTree>
      <p:nvGrpSpPr>
        <p:cNvPr id="1" name="Shape 336"/>
        <p:cNvGrpSpPr/>
        <p:nvPr/>
      </p:nvGrpSpPr>
      <p:grpSpPr>
        <a:xfrm>
          <a:off x="0" y="0"/>
          <a:ext cx="0" cy="0"/>
          <a:chOff x="0" y="0"/>
          <a:chExt cx="0" cy="0"/>
        </a:xfrm>
      </p:grpSpPr>
      <p:sp>
        <p:nvSpPr>
          <p:cNvPr id="337" name="Google Shape;337;p45"/>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38" name="Google Shape;338;p45"/>
          <p:cNvSpPr>
            <a:spLocks noGrp="1"/>
          </p:cNvSpPr>
          <p:nvPr>
            <p:ph type="pic" idx="2"/>
          </p:nvPr>
        </p:nvSpPr>
        <p:spPr>
          <a:xfrm>
            <a:off x="108555" y="108357"/>
            <a:ext cx="8925300" cy="49269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2 Images v1">
  <p:cSld name="2 Images v1">
    <p:spTree>
      <p:nvGrpSpPr>
        <p:cNvPr id="1" name="Shape 339"/>
        <p:cNvGrpSpPr/>
        <p:nvPr/>
      </p:nvGrpSpPr>
      <p:grpSpPr>
        <a:xfrm>
          <a:off x="0" y="0"/>
          <a:ext cx="0" cy="0"/>
          <a:chOff x="0" y="0"/>
          <a:chExt cx="0" cy="0"/>
        </a:xfrm>
      </p:grpSpPr>
      <p:sp>
        <p:nvSpPr>
          <p:cNvPr id="340" name="Google Shape;340;p46"/>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41" name="Google Shape;341;p46"/>
          <p:cNvSpPr>
            <a:spLocks noGrp="1"/>
          </p:cNvSpPr>
          <p:nvPr>
            <p:ph type="pic" idx="2"/>
          </p:nvPr>
        </p:nvSpPr>
        <p:spPr>
          <a:xfrm>
            <a:off x="108555" y="108357"/>
            <a:ext cx="8925300" cy="2433600"/>
          </a:xfrm>
          <a:prstGeom prst="rect">
            <a:avLst/>
          </a:prstGeom>
          <a:gradFill>
            <a:gsLst>
              <a:gs pos="0">
                <a:srgbClr val="000000">
                  <a:alpha val="40000"/>
                </a:srgbClr>
              </a:gs>
              <a:gs pos="100000">
                <a:srgbClr val="000000">
                  <a:alpha val="20000"/>
                </a:srgbClr>
              </a:gs>
            </a:gsLst>
            <a:lin ang="5400012" scaled="0"/>
          </a:gradFill>
          <a:ln>
            <a:noFill/>
          </a:ln>
        </p:spPr>
      </p:sp>
      <p:sp>
        <p:nvSpPr>
          <p:cNvPr id="342" name="Google Shape;342;p46"/>
          <p:cNvSpPr>
            <a:spLocks noGrp="1"/>
          </p:cNvSpPr>
          <p:nvPr>
            <p:ph type="pic" idx="3"/>
          </p:nvPr>
        </p:nvSpPr>
        <p:spPr>
          <a:xfrm>
            <a:off x="108556" y="2598766"/>
            <a:ext cx="8925300" cy="24363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2 Images v2">
  <p:cSld name="2 Images v2">
    <p:spTree>
      <p:nvGrpSpPr>
        <p:cNvPr id="1" name="Shape 343"/>
        <p:cNvGrpSpPr/>
        <p:nvPr/>
      </p:nvGrpSpPr>
      <p:grpSpPr>
        <a:xfrm>
          <a:off x="0" y="0"/>
          <a:ext cx="0" cy="0"/>
          <a:chOff x="0" y="0"/>
          <a:chExt cx="0" cy="0"/>
        </a:xfrm>
      </p:grpSpPr>
      <p:sp>
        <p:nvSpPr>
          <p:cNvPr id="344" name="Google Shape;344;p47"/>
          <p:cNvSpPr>
            <a:spLocks noGrp="1"/>
          </p:cNvSpPr>
          <p:nvPr>
            <p:ph type="pic" idx="2"/>
          </p:nvPr>
        </p:nvSpPr>
        <p:spPr>
          <a:xfrm>
            <a:off x="108555" y="108357"/>
            <a:ext cx="4433700" cy="4926900"/>
          </a:xfrm>
          <a:prstGeom prst="rect">
            <a:avLst/>
          </a:prstGeom>
          <a:gradFill>
            <a:gsLst>
              <a:gs pos="0">
                <a:srgbClr val="000000">
                  <a:alpha val="40000"/>
                </a:srgbClr>
              </a:gs>
              <a:gs pos="100000">
                <a:srgbClr val="000000">
                  <a:alpha val="20000"/>
                </a:srgbClr>
              </a:gs>
            </a:gsLst>
            <a:lin ang="5400012" scaled="0"/>
          </a:gradFill>
          <a:ln>
            <a:noFill/>
          </a:ln>
        </p:spPr>
      </p:sp>
      <p:sp>
        <p:nvSpPr>
          <p:cNvPr id="345" name="Google Shape;345;p47"/>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46" name="Google Shape;346;p47"/>
          <p:cNvSpPr>
            <a:spLocks noGrp="1"/>
          </p:cNvSpPr>
          <p:nvPr>
            <p:ph type="pic" idx="3"/>
          </p:nvPr>
        </p:nvSpPr>
        <p:spPr>
          <a:xfrm>
            <a:off x="4600424" y="108357"/>
            <a:ext cx="4433700" cy="49269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2 Images v3">
  <p:cSld name="2 Images v3">
    <p:spTree>
      <p:nvGrpSpPr>
        <p:cNvPr id="1" name="Shape 347"/>
        <p:cNvGrpSpPr/>
        <p:nvPr/>
      </p:nvGrpSpPr>
      <p:grpSpPr>
        <a:xfrm>
          <a:off x="0" y="0"/>
          <a:ext cx="0" cy="0"/>
          <a:chOff x="0" y="0"/>
          <a:chExt cx="0" cy="0"/>
        </a:xfrm>
      </p:grpSpPr>
      <p:sp>
        <p:nvSpPr>
          <p:cNvPr id="348" name="Google Shape;348;p48"/>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49" name="Google Shape;349;p48"/>
          <p:cNvSpPr>
            <a:spLocks noGrp="1"/>
          </p:cNvSpPr>
          <p:nvPr>
            <p:ph type="pic" idx="2"/>
          </p:nvPr>
        </p:nvSpPr>
        <p:spPr>
          <a:xfrm>
            <a:off x="112498" y="108357"/>
            <a:ext cx="5925300" cy="4926900"/>
          </a:xfrm>
          <a:prstGeom prst="rect">
            <a:avLst/>
          </a:prstGeom>
          <a:gradFill>
            <a:gsLst>
              <a:gs pos="0">
                <a:srgbClr val="000000">
                  <a:alpha val="40000"/>
                </a:srgbClr>
              </a:gs>
              <a:gs pos="100000">
                <a:srgbClr val="000000">
                  <a:alpha val="20000"/>
                </a:srgbClr>
              </a:gs>
            </a:gsLst>
            <a:lin ang="5400012" scaled="0"/>
          </a:gradFill>
          <a:ln>
            <a:noFill/>
          </a:ln>
        </p:spPr>
      </p:sp>
      <p:sp>
        <p:nvSpPr>
          <p:cNvPr id="350" name="Google Shape;350;p48"/>
          <p:cNvSpPr>
            <a:spLocks noGrp="1"/>
          </p:cNvSpPr>
          <p:nvPr>
            <p:ph type="pic" idx="3"/>
          </p:nvPr>
        </p:nvSpPr>
        <p:spPr>
          <a:xfrm>
            <a:off x="6099758" y="108357"/>
            <a:ext cx="2931600" cy="49269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3 Images v1">
  <p:cSld name="3 Images v1">
    <p:spTree>
      <p:nvGrpSpPr>
        <p:cNvPr id="1" name="Shape 351"/>
        <p:cNvGrpSpPr/>
        <p:nvPr/>
      </p:nvGrpSpPr>
      <p:grpSpPr>
        <a:xfrm>
          <a:off x="0" y="0"/>
          <a:ext cx="0" cy="0"/>
          <a:chOff x="0" y="0"/>
          <a:chExt cx="0" cy="0"/>
        </a:xfrm>
      </p:grpSpPr>
      <p:sp>
        <p:nvSpPr>
          <p:cNvPr id="352" name="Google Shape;352;p49"/>
          <p:cNvSpPr>
            <a:spLocks noGrp="1"/>
          </p:cNvSpPr>
          <p:nvPr>
            <p:ph type="pic" idx="2"/>
          </p:nvPr>
        </p:nvSpPr>
        <p:spPr>
          <a:xfrm>
            <a:off x="112498" y="108357"/>
            <a:ext cx="2931600" cy="4926900"/>
          </a:xfrm>
          <a:prstGeom prst="rect">
            <a:avLst/>
          </a:prstGeom>
          <a:gradFill>
            <a:gsLst>
              <a:gs pos="0">
                <a:srgbClr val="000000">
                  <a:alpha val="40000"/>
                </a:srgbClr>
              </a:gs>
              <a:gs pos="100000">
                <a:srgbClr val="000000">
                  <a:alpha val="20000"/>
                </a:srgbClr>
              </a:gs>
            </a:gsLst>
            <a:lin ang="5400012" scaled="0"/>
          </a:gradFill>
          <a:ln>
            <a:noFill/>
          </a:ln>
        </p:spPr>
      </p:sp>
      <p:sp>
        <p:nvSpPr>
          <p:cNvPr id="353" name="Google Shape;353;p49"/>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54" name="Google Shape;354;p49"/>
          <p:cNvSpPr>
            <a:spLocks noGrp="1"/>
          </p:cNvSpPr>
          <p:nvPr>
            <p:ph type="pic" idx="3"/>
          </p:nvPr>
        </p:nvSpPr>
        <p:spPr>
          <a:xfrm>
            <a:off x="6099758" y="108357"/>
            <a:ext cx="2931600" cy="4926900"/>
          </a:xfrm>
          <a:prstGeom prst="rect">
            <a:avLst/>
          </a:prstGeom>
          <a:gradFill>
            <a:gsLst>
              <a:gs pos="0">
                <a:srgbClr val="000000">
                  <a:alpha val="40000"/>
                </a:srgbClr>
              </a:gs>
              <a:gs pos="100000">
                <a:srgbClr val="000000">
                  <a:alpha val="20000"/>
                </a:srgbClr>
              </a:gs>
            </a:gsLst>
            <a:lin ang="5400012" scaled="0"/>
          </a:gradFill>
          <a:ln>
            <a:noFill/>
          </a:ln>
        </p:spPr>
      </p:sp>
      <p:sp>
        <p:nvSpPr>
          <p:cNvPr id="355" name="Google Shape;355;p49"/>
          <p:cNvSpPr>
            <a:spLocks noGrp="1"/>
          </p:cNvSpPr>
          <p:nvPr>
            <p:ph type="pic" idx="4"/>
          </p:nvPr>
        </p:nvSpPr>
        <p:spPr>
          <a:xfrm>
            <a:off x="3106128" y="108357"/>
            <a:ext cx="2931600" cy="49269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3 Images v2">
  <p:cSld name="3 Images v2">
    <p:spTree>
      <p:nvGrpSpPr>
        <p:cNvPr id="1" name="Shape 356"/>
        <p:cNvGrpSpPr/>
        <p:nvPr/>
      </p:nvGrpSpPr>
      <p:grpSpPr>
        <a:xfrm>
          <a:off x="0" y="0"/>
          <a:ext cx="0" cy="0"/>
          <a:chOff x="0" y="0"/>
          <a:chExt cx="0" cy="0"/>
        </a:xfrm>
      </p:grpSpPr>
      <p:sp>
        <p:nvSpPr>
          <p:cNvPr id="357" name="Google Shape;357;p50"/>
          <p:cNvSpPr>
            <a:spLocks noGrp="1"/>
          </p:cNvSpPr>
          <p:nvPr>
            <p:ph type="pic" idx="2"/>
          </p:nvPr>
        </p:nvSpPr>
        <p:spPr>
          <a:xfrm>
            <a:off x="108555" y="108357"/>
            <a:ext cx="4433700" cy="4926900"/>
          </a:xfrm>
          <a:prstGeom prst="rect">
            <a:avLst/>
          </a:prstGeom>
          <a:gradFill>
            <a:gsLst>
              <a:gs pos="0">
                <a:srgbClr val="000000">
                  <a:alpha val="40000"/>
                </a:srgbClr>
              </a:gs>
              <a:gs pos="100000">
                <a:srgbClr val="000000">
                  <a:alpha val="20000"/>
                </a:srgbClr>
              </a:gs>
            </a:gsLst>
            <a:lin ang="5400012" scaled="0"/>
          </a:gradFill>
          <a:ln>
            <a:noFill/>
          </a:ln>
        </p:spPr>
      </p:sp>
      <p:sp>
        <p:nvSpPr>
          <p:cNvPr id="358" name="Google Shape;358;p50"/>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59" name="Google Shape;359;p50"/>
          <p:cNvSpPr>
            <a:spLocks noGrp="1"/>
          </p:cNvSpPr>
          <p:nvPr>
            <p:ph type="pic" idx="3"/>
          </p:nvPr>
        </p:nvSpPr>
        <p:spPr>
          <a:xfrm>
            <a:off x="4600424" y="2598766"/>
            <a:ext cx="44337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60" name="Google Shape;360;p50"/>
          <p:cNvSpPr>
            <a:spLocks noGrp="1"/>
          </p:cNvSpPr>
          <p:nvPr>
            <p:ph type="pic" idx="4"/>
          </p:nvPr>
        </p:nvSpPr>
        <p:spPr>
          <a:xfrm>
            <a:off x="4600424" y="108357"/>
            <a:ext cx="44337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4 Images v2">
  <p:cSld name="4 Images v2">
    <p:spTree>
      <p:nvGrpSpPr>
        <p:cNvPr id="1" name="Shape 361"/>
        <p:cNvGrpSpPr/>
        <p:nvPr/>
      </p:nvGrpSpPr>
      <p:grpSpPr>
        <a:xfrm>
          <a:off x="0" y="0"/>
          <a:ext cx="0" cy="0"/>
          <a:chOff x="0" y="0"/>
          <a:chExt cx="0" cy="0"/>
        </a:xfrm>
      </p:grpSpPr>
      <p:sp>
        <p:nvSpPr>
          <p:cNvPr id="362" name="Google Shape;362;p51"/>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63" name="Google Shape;363;p51"/>
          <p:cNvSpPr>
            <a:spLocks noGrp="1"/>
          </p:cNvSpPr>
          <p:nvPr>
            <p:ph type="pic" idx="2"/>
          </p:nvPr>
        </p:nvSpPr>
        <p:spPr>
          <a:xfrm>
            <a:off x="108555" y="108357"/>
            <a:ext cx="6679500" cy="2433600"/>
          </a:xfrm>
          <a:prstGeom prst="rect">
            <a:avLst/>
          </a:prstGeom>
          <a:gradFill>
            <a:gsLst>
              <a:gs pos="0">
                <a:srgbClr val="000000">
                  <a:alpha val="40000"/>
                </a:srgbClr>
              </a:gs>
              <a:gs pos="100000">
                <a:srgbClr val="000000">
                  <a:alpha val="20000"/>
                </a:srgbClr>
              </a:gs>
            </a:gsLst>
            <a:lin ang="5400012" scaled="0"/>
          </a:gradFill>
          <a:ln>
            <a:noFill/>
          </a:ln>
        </p:spPr>
      </p:sp>
      <p:sp>
        <p:nvSpPr>
          <p:cNvPr id="364" name="Google Shape;364;p51"/>
          <p:cNvSpPr>
            <a:spLocks noGrp="1"/>
          </p:cNvSpPr>
          <p:nvPr>
            <p:ph type="pic" idx="3"/>
          </p:nvPr>
        </p:nvSpPr>
        <p:spPr>
          <a:xfrm>
            <a:off x="108555"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65" name="Google Shape;365;p51"/>
          <p:cNvSpPr>
            <a:spLocks noGrp="1"/>
          </p:cNvSpPr>
          <p:nvPr>
            <p:ph type="pic" idx="4"/>
          </p:nvPr>
        </p:nvSpPr>
        <p:spPr>
          <a:xfrm>
            <a:off x="2354489" y="2598766"/>
            <a:ext cx="66795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66" name="Google Shape;366;p51"/>
          <p:cNvSpPr>
            <a:spLocks noGrp="1"/>
          </p:cNvSpPr>
          <p:nvPr>
            <p:ph type="pic" idx="5"/>
          </p:nvPr>
        </p:nvSpPr>
        <p:spPr>
          <a:xfrm>
            <a:off x="6846358"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4 Images v3">
  <p:cSld name="4 Images v3">
    <p:spTree>
      <p:nvGrpSpPr>
        <p:cNvPr id="1" name="Shape 367"/>
        <p:cNvGrpSpPr/>
        <p:nvPr/>
      </p:nvGrpSpPr>
      <p:grpSpPr>
        <a:xfrm>
          <a:off x="0" y="0"/>
          <a:ext cx="0" cy="0"/>
          <a:chOff x="0" y="0"/>
          <a:chExt cx="0" cy="0"/>
        </a:xfrm>
      </p:grpSpPr>
      <p:sp>
        <p:nvSpPr>
          <p:cNvPr id="368" name="Google Shape;368;p52"/>
          <p:cNvSpPr>
            <a:spLocks noGrp="1"/>
          </p:cNvSpPr>
          <p:nvPr>
            <p:ph type="pic" idx="2"/>
          </p:nvPr>
        </p:nvSpPr>
        <p:spPr>
          <a:xfrm>
            <a:off x="108555" y="108357"/>
            <a:ext cx="4433700" cy="4926900"/>
          </a:xfrm>
          <a:prstGeom prst="rect">
            <a:avLst/>
          </a:prstGeom>
          <a:gradFill>
            <a:gsLst>
              <a:gs pos="0">
                <a:srgbClr val="000000">
                  <a:alpha val="40000"/>
                </a:srgbClr>
              </a:gs>
              <a:gs pos="100000">
                <a:srgbClr val="000000">
                  <a:alpha val="20000"/>
                </a:srgbClr>
              </a:gs>
            </a:gsLst>
            <a:lin ang="5400012" scaled="0"/>
          </a:gradFill>
          <a:ln>
            <a:noFill/>
          </a:ln>
        </p:spPr>
      </p:sp>
      <p:sp>
        <p:nvSpPr>
          <p:cNvPr id="369" name="Google Shape;369;p52"/>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70" name="Google Shape;370;p52"/>
          <p:cNvSpPr>
            <a:spLocks noGrp="1"/>
          </p:cNvSpPr>
          <p:nvPr>
            <p:ph type="pic" idx="3"/>
          </p:nvPr>
        </p:nvSpPr>
        <p:spPr>
          <a:xfrm>
            <a:off x="6846358"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71" name="Google Shape;371;p52"/>
          <p:cNvSpPr>
            <a:spLocks noGrp="1"/>
          </p:cNvSpPr>
          <p:nvPr>
            <p:ph type="pic" idx="4"/>
          </p:nvPr>
        </p:nvSpPr>
        <p:spPr>
          <a:xfrm>
            <a:off x="4600424"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72" name="Google Shape;372;p52"/>
          <p:cNvSpPr>
            <a:spLocks noGrp="1"/>
          </p:cNvSpPr>
          <p:nvPr>
            <p:ph type="pic" idx="5"/>
          </p:nvPr>
        </p:nvSpPr>
        <p:spPr>
          <a:xfrm>
            <a:off x="4600424" y="108357"/>
            <a:ext cx="44337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6 Images v1">
  <p:cSld name="6 Images v1">
    <p:spTree>
      <p:nvGrpSpPr>
        <p:cNvPr id="1" name="Shape 373"/>
        <p:cNvGrpSpPr/>
        <p:nvPr/>
      </p:nvGrpSpPr>
      <p:grpSpPr>
        <a:xfrm>
          <a:off x="0" y="0"/>
          <a:ext cx="0" cy="0"/>
          <a:chOff x="0" y="0"/>
          <a:chExt cx="0" cy="0"/>
        </a:xfrm>
      </p:grpSpPr>
      <p:sp>
        <p:nvSpPr>
          <p:cNvPr id="374" name="Google Shape;374;p53"/>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75" name="Google Shape;375;p53"/>
          <p:cNvSpPr>
            <a:spLocks noGrp="1"/>
          </p:cNvSpPr>
          <p:nvPr>
            <p:ph type="pic" idx="2"/>
          </p:nvPr>
        </p:nvSpPr>
        <p:spPr>
          <a:xfrm>
            <a:off x="108555" y="108357"/>
            <a:ext cx="2187600" cy="4926900"/>
          </a:xfrm>
          <a:prstGeom prst="rect">
            <a:avLst/>
          </a:prstGeom>
          <a:gradFill>
            <a:gsLst>
              <a:gs pos="0">
                <a:srgbClr val="000000">
                  <a:alpha val="40000"/>
                </a:srgbClr>
              </a:gs>
              <a:gs pos="100000">
                <a:srgbClr val="000000">
                  <a:alpha val="20000"/>
                </a:srgbClr>
              </a:gs>
            </a:gsLst>
            <a:lin ang="5400012" scaled="0"/>
          </a:gradFill>
          <a:ln>
            <a:noFill/>
          </a:ln>
        </p:spPr>
      </p:sp>
      <p:sp>
        <p:nvSpPr>
          <p:cNvPr id="376" name="Google Shape;376;p53"/>
          <p:cNvSpPr>
            <a:spLocks noGrp="1"/>
          </p:cNvSpPr>
          <p:nvPr>
            <p:ph type="pic" idx="3"/>
          </p:nvPr>
        </p:nvSpPr>
        <p:spPr>
          <a:xfrm>
            <a:off x="6846358"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77" name="Google Shape;377;p53"/>
          <p:cNvSpPr>
            <a:spLocks noGrp="1"/>
          </p:cNvSpPr>
          <p:nvPr>
            <p:ph type="pic" idx="4"/>
          </p:nvPr>
        </p:nvSpPr>
        <p:spPr>
          <a:xfrm>
            <a:off x="4600424"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78" name="Google Shape;378;p53"/>
          <p:cNvSpPr>
            <a:spLocks noGrp="1"/>
          </p:cNvSpPr>
          <p:nvPr>
            <p:ph type="pic" idx="5"/>
          </p:nvPr>
        </p:nvSpPr>
        <p:spPr>
          <a:xfrm>
            <a:off x="6846358"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
        <p:nvSpPr>
          <p:cNvPr id="379" name="Google Shape;379;p53"/>
          <p:cNvSpPr>
            <a:spLocks noGrp="1"/>
          </p:cNvSpPr>
          <p:nvPr>
            <p:ph type="pic" idx="6"/>
          </p:nvPr>
        </p:nvSpPr>
        <p:spPr>
          <a:xfrm>
            <a:off x="4600424"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
        <p:nvSpPr>
          <p:cNvPr id="380" name="Google Shape;380;p53"/>
          <p:cNvSpPr>
            <a:spLocks noGrp="1"/>
          </p:cNvSpPr>
          <p:nvPr>
            <p:ph type="pic" idx="7"/>
          </p:nvPr>
        </p:nvSpPr>
        <p:spPr>
          <a:xfrm>
            <a:off x="2354489" y="108357"/>
            <a:ext cx="2187600" cy="49269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6 Images v2">
  <p:cSld name="6 Images v2">
    <p:spTree>
      <p:nvGrpSpPr>
        <p:cNvPr id="1" name="Shape 381"/>
        <p:cNvGrpSpPr/>
        <p:nvPr/>
      </p:nvGrpSpPr>
      <p:grpSpPr>
        <a:xfrm>
          <a:off x="0" y="0"/>
          <a:ext cx="0" cy="0"/>
          <a:chOff x="0" y="0"/>
          <a:chExt cx="0" cy="0"/>
        </a:xfrm>
      </p:grpSpPr>
      <p:sp>
        <p:nvSpPr>
          <p:cNvPr id="382" name="Google Shape;382;p54"/>
          <p:cNvSpPr>
            <a:spLocks noGrp="1"/>
          </p:cNvSpPr>
          <p:nvPr>
            <p:ph type="pic" idx="2"/>
          </p:nvPr>
        </p:nvSpPr>
        <p:spPr>
          <a:xfrm>
            <a:off x="108555" y="108357"/>
            <a:ext cx="4433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383" name="Google Shape;383;p54"/>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84" name="Google Shape;384;p54"/>
          <p:cNvSpPr>
            <a:spLocks noGrp="1"/>
          </p:cNvSpPr>
          <p:nvPr>
            <p:ph type="pic" idx="3"/>
          </p:nvPr>
        </p:nvSpPr>
        <p:spPr>
          <a:xfrm>
            <a:off x="108555"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85" name="Google Shape;385;p54"/>
          <p:cNvSpPr>
            <a:spLocks noGrp="1"/>
          </p:cNvSpPr>
          <p:nvPr>
            <p:ph type="pic" idx="4"/>
          </p:nvPr>
        </p:nvSpPr>
        <p:spPr>
          <a:xfrm>
            <a:off x="2354489"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86" name="Google Shape;386;p54"/>
          <p:cNvSpPr>
            <a:spLocks noGrp="1"/>
          </p:cNvSpPr>
          <p:nvPr>
            <p:ph type="pic" idx="5"/>
          </p:nvPr>
        </p:nvSpPr>
        <p:spPr>
          <a:xfrm>
            <a:off x="4600424" y="2598766"/>
            <a:ext cx="44337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87" name="Google Shape;387;p54"/>
          <p:cNvSpPr>
            <a:spLocks noGrp="1"/>
          </p:cNvSpPr>
          <p:nvPr>
            <p:ph type="pic" idx="6"/>
          </p:nvPr>
        </p:nvSpPr>
        <p:spPr>
          <a:xfrm>
            <a:off x="6846358"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
        <p:nvSpPr>
          <p:cNvPr id="388" name="Google Shape;388;p54"/>
          <p:cNvSpPr>
            <a:spLocks noGrp="1"/>
          </p:cNvSpPr>
          <p:nvPr>
            <p:ph type="pic" idx="7"/>
          </p:nvPr>
        </p:nvSpPr>
        <p:spPr>
          <a:xfrm>
            <a:off x="4600424"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6 Images v3">
  <p:cSld name="6 Images v3">
    <p:spTree>
      <p:nvGrpSpPr>
        <p:cNvPr id="1" name="Shape 389"/>
        <p:cNvGrpSpPr/>
        <p:nvPr/>
      </p:nvGrpSpPr>
      <p:grpSpPr>
        <a:xfrm>
          <a:off x="0" y="0"/>
          <a:ext cx="0" cy="0"/>
          <a:chOff x="0" y="0"/>
          <a:chExt cx="0" cy="0"/>
        </a:xfrm>
      </p:grpSpPr>
      <p:sp>
        <p:nvSpPr>
          <p:cNvPr id="390" name="Google Shape;390;p55"/>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91" name="Google Shape;391;p55"/>
          <p:cNvSpPr>
            <a:spLocks noGrp="1"/>
          </p:cNvSpPr>
          <p:nvPr>
            <p:ph type="pic" idx="2"/>
          </p:nvPr>
        </p:nvSpPr>
        <p:spPr>
          <a:xfrm>
            <a:off x="108555" y="108357"/>
            <a:ext cx="2187600" cy="4926900"/>
          </a:xfrm>
          <a:prstGeom prst="rect">
            <a:avLst/>
          </a:prstGeom>
          <a:gradFill>
            <a:gsLst>
              <a:gs pos="0">
                <a:srgbClr val="000000">
                  <a:alpha val="40000"/>
                </a:srgbClr>
              </a:gs>
              <a:gs pos="100000">
                <a:srgbClr val="000000">
                  <a:alpha val="20000"/>
                </a:srgbClr>
              </a:gs>
            </a:gsLst>
            <a:lin ang="5400012" scaled="0"/>
          </a:gradFill>
          <a:ln>
            <a:noFill/>
          </a:ln>
        </p:spPr>
      </p:sp>
      <p:sp>
        <p:nvSpPr>
          <p:cNvPr id="392" name="Google Shape;392;p55"/>
          <p:cNvSpPr>
            <a:spLocks noGrp="1"/>
          </p:cNvSpPr>
          <p:nvPr>
            <p:ph type="pic" idx="3"/>
          </p:nvPr>
        </p:nvSpPr>
        <p:spPr>
          <a:xfrm>
            <a:off x="2354489"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93" name="Google Shape;393;p55"/>
          <p:cNvSpPr>
            <a:spLocks noGrp="1"/>
          </p:cNvSpPr>
          <p:nvPr>
            <p:ph type="pic" idx="4"/>
          </p:nvPr>
        </p:nvSpPr>
        <p:spPr>
          <a:xfrm>
            <a:off x="6846358"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94" name="Google Shape;394;p55"/>
          <p:cNvSpPr>
            <a:spLocks noGrp="1"/>
          </p:cNvSpPr>
          <p:nvPr>
            <p:ph type="pic" idx="5"/>
          </p:nvPr>
        </p:nvSpPr>
        <p:spPr>
          <a:xfrm>
            <a:off x="4600424"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395" name="Google Shape;395;p55"/>
          <p:cNvSpPr>
            <a:spLocks noGrp="1"/>
          </p:cNvSpPr>
          <p:nvPr>
            <p:ph type="pic" idx="6"/>
          </p:nvPr>
        </p:nvSpPr>
        <p:spPr>
          <a:xfrm>
            <a:off x="4600424" y="108357"/>
            <a:ext cx="4395600" cy="2433600"/>
          </a:xfrm>
          <a:prstGeom prst="rect">
            <a:avLst/>
          </a:prstGeom>
          <a:gradFill>
            <a:gsLst>
              <a:gs pos="0">
                <a:srgbClr val="000000">
                  <a:alpha val="40000"/>
                </a:srgbClr>
              </a:gs>
              <a:gs pos="100000">
                <a:srgbClr val="000000">
                  <a:alpha val="20000"/>
                </a:srgbClr>
              </a:gs>
            </a:gsLst>
            <a:lin ang="5400012" scaled="0"/>
          </a:gradFill>
          <a:ln>
            <a:noFill/>
          </a:ln>
        </p:spPr>
      </p:sp>
      <p:sp>
        <p:nvSpPr>
          <p:cNvPr id="396" name="Google Shape;396;p55"/>
          <p:cNvSpPr>
            <a:spLocks noGrp="1"/>
          </p:cNvSpPr>
          <p:nvPr>
            <p:ph type="pic" idx="7"/>
          </p:nvPr>
        </p:nvSpPr>
        <p:spPr>
          <a:xfrm>
            <a:off x="2354489"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8 Images v1">
  <p:cSld name="8 Images v1">
    <p:spTree>
      <p:nvGrpSpPr>
        <p:cNvPr id="1" name="Shape 397"/>
        <p:cNvGrpSpPr/>
        <p:nvPr/>
      </p:nvGrpSpPr>
      <p:grpSpPr>
        <a:xfrm>
          <a:off x="0" y="0"/>
          <a:ext cx="0" cy="0"/>
          <a:chOff x="0" y="0"/>
          <a:chExt cx="0" cy="0"/>
        </a:xfrm>
      </p:grpSpPr>
      <p:sp>
        <p:nvSpPr>
          <p:cNvPr id="398" name="Google Shape;398;p56"/>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399" name="Google Shape;399;p56"/>
          <p:cNvSpPr>
            <a:spLocks noGrp="1"/>
          </p:cNvSpPr>
          <p:nvPr>
            <p:ph type="pic" idx="2"/>
          </p:nvPr>
        </p:nvSpPr>
        <p:spPr>
          <a:xfrm>
            <a:off x="108555" y="108357"/>
            <a:ext cx="4433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00" name="Google Shape;400;p56"/>
          <p:cNvSpPr>
            <a:spLocks noGrp="1"/>
          </p:cNvSpPr>
          <p:nvPr>
            <p:ph type="pic" idx="3"/>
          </p:nvPr>
        </p:nvSpPr>
        <p:spPr>
          <a:xfrm>
            <a:off x="108555"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01" name="Google Shape;401;p56"/>
          <p:cNvSpPr>
            <a:spLocks noGrp="1"/>
          </p:cNvSpPr>
          <p:nvPr>
            <p:ph type="pic" idx="4"/>
          </p:nvPr>
        </p:nvSpPr>
        <p:spPr>
          <a:xfrm>
            <a:off x="2354489"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02" name="Google Shape;402;p56"/>
          <p:cNvSpPr>
            <a:spLocks noGrp="1"/>
          </p:cNvSpPr>
          <p:nvPr>
            <p:ph type="pic" idx="5"/>
          </p:nvPr>
        </p:nvSpPr>
        <p:spPr>
          <a:xfrm>
            <a:off x="6846358"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03" name="Google Shape;403;p56"/>
          <p:cNvSpPr>
            <a:spLocks noGrp="1"/>
          </p:cNvSpPr>
          <p:nvPr>
            <p:ph type="pic" idx="6"/>
          </p:nvPr>
        </p:nvSpPr>
        <p:spPr>
          <a:xfrm>
            <a:off x="4600424"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04" name="Google Shape;404;p56"/>
          <p:cNvSpPr>
            <a:spLocks noGrp="1"/>
          </p:cNvSpPr>
          <p:nvPr>
            <p:ph type="pic" idx="7"/>
          </p:nvPr>
        </p:nvSpPr>
        <p:spPr>
          <a:xfrm>
            <a:off x="7591428" y="108357"/>
            <a:ext cx="1442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05" name="Google Shape;405;p56"/>
          <p:cNvSpPr>
            <a:spLocks noGrp="1"/>
          </p:cNvSpPr>
          <p:nvPr>
            <p:ph type="pic" idx="8"/>
          </p:nvPr>
        </p:nvSpPr>
        <p:spPr>
          <a:xfrm>
            <a:off x="4600424" y="108357"/>
            <a:ext cx="1442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06" name="Google Shape;406;p56"/>
          <p:cNvSpPr>
            <a:spLocks noGrp="1"/>
          </p:cNvSpPr>
          <p:nvPr>
            <p:ph type="pic" idx="9"/>
          </p:nvPr>
        </p:nvSpPr>
        <p:spPr>
          <a:xfrm>
            <a:off x="6095926" y="108357"/>
            <a:ext cx="14427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8 Images v2">
  <p:cSld name="8 Images v2">
    <p:spTree>
      <p:nvGrpSpPr>
        <p:cNvPr id="1" name="Shape 407"/>
        <p:cNvGrpSpPr/>
        <p:nvPr/>
      </p:nvGrpSpPr>
      <p:grpSpPr>
        <a:xfrm>
          <a:off x="0" y="0"/>
          <a:ext cx="0" cy="0"/>
          <a:chOff x="0" y="0"/>
          <a:chExt cx="0" cy="0"/>
        </a:xfrm>
      </p:grpSpPr>
      <p:sp>
        <p:nvSpPr>
          <p:cNvPr id="408" name="Google Shape;408;p57"/>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09" name="Google Shape;409;p57"/>
          <p:cNvSpPr>
            <a:spLocks noGrp="1"/>
          </p:cNvSpPr>
          <p:nvPr>
            <p:ph type="pic" idx="2"/>
          </p:nvPr>
        </p:nvSpPr>
        <p:spPr>
          <a:xfrm>
            <a:off x="108555" y="108357"/>
            <a:ext cx="4433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10" name="Google Shape;410;p57"/>
          <p:cNvSpPr>
            <a:spLocks noGrp="1"/>
          </p:cNvSpPr>
          <p:nvPr>
            <p:ph type="pic" idx="3"/>
          </p:nvPr>
        </p:nvSpPr>
        <p:spPr>
          <a:xfrm>
            <a:off x="4600424" y="2598766"/>
            <a:ext cx="44337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11" name="Google Shape;411;p57"/>
          <p:cNvSpPr>
            <a:spLocks noGrp="1"/>
          </p:cNvSpPr>
          <p:nvPr>
            <p:ph type="pic" idx="4"/>
          </p:nvPr>
        </p:nvSpPr>
        <p:spPr>
          <a:xfrm>
            <a:off x="7591428" y="108357"/>
            <a:ext cx="1442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12" name="Google Shape;412;p57"/>
          <p:cNvSpPr>
            <a:spLocks noGrp="1"/>
          </p:cNvSpPr>
          <p:nvPr>
            <p:ph type="pic" idx="5"/>
          </p:nvPr>
        </p:nvSpPr>
        <p:spPr>
          <a:xfrm>
            <a:off x="4600424" y="108357"/>
            <a:ext cx="1442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13" name="Google Shape;413;p57"/>
          <p:cNvSpPr>
            <a:spLocks noGrp="1"/>
          </p:cNvSpPr>
          <p:nvPr>
            <p:ph type="pic" idx="6"/>
          </p:nvPr>
        </p:nvSpPr>
        <p:spPr>
          <a:xfrm>
            <a:off x="6095926" y="108357"/>
            <a:ext cx="1442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14" name="Google Shape;414;p57"/>
          <p:cNvSpPr>
            <a:spLocks noGrp="1"/>
          </p:cNvSpPr>
          <p:nvPr>
            <p:ph type="pic" idx="7"/>
          </p:nvPr>
        </p:nvSpPr>
        <p:spPr>
          <a:xfrm>
            <a:off x="3104921" y="2601501"/>
            <a:ext cx="1442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15" name="Google Shape;415;p57"/>
          <p:cNvSpPr>
            <a:spLocks noGrp="1"/>
          </p:cNvSpPr>
          <p:nvPr>
            <p:ph type="pic" idx="8"/>
          </p:nvPr>
        </p:nvSpPr>
        <p:spPr>
          <a:xfrm>
            <a:off x="113917" y="2601501"/>
            <a:ext cx="14427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16" name="Google Shape;416;p57"/>
          <p:cNvSpPr>
            <a:spLocks noGrp="1"/>
          </p:cNvSpPr>
          <p:nvPr>
            <p:ph type="pic" idx="9"/>
          </p:nvPr>
        </p:nvSpPr>
        <p:spPr>
          <a:xfrm>
            <a:off x="1609419" y="2601501"/>
            <a:ext cx="14427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8 Images v3">
  <p:cSld name="8 Images v3">
    <p:spTree>
      <p:nvGrpSpPr>
        <p:cNvPr id="1" name="Shape 417"/>
        <p:cNvGrpSpPr/>
        <p:nvPr/>
      </p:nvGrpSpPr>
      <p:grpSpPr>
        <a:xfrm>
          <a:off x="0" y="0"/>
          <a:ext cx="0" cy="0"/>
          <a:chOff x="0" y="0"/>
          <a:chExt cx="0" cy="0"/>
        </a:xfrm>
      </p:grpSpPr>
      <p:sp>
        <p:nvSpPr>
          <p:cNvPr id="418" name="Google Shape;418;p58"/>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19" name="Google Shape;419;p58"/>
          <p:cNvSpPr>
            <a:spLocks noGrp="1"/>
          </p:cNvSpPr>
          <p:nvPr>
            <p:ph type="pic" idx="2"/>
          </p:nvPr>
        </p:nvSpPr>
        <p:spPr>
          <a:xfrm>
            <a:off x="108555"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20" name="Google Shape;420;p58"/>
          <p:cNvSpPr>
            <a:spLocks noGrp="1"/>
          </p:cNvSpPr>
          <p:nvPr>
            <p:ph type="pic" idx="3"/>
          </p:nvPr>
        </p:nvSpPr>
        <p:spPr>
          <a:xfrm>
            <a:off x="108555"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21" name="Google Shape;421;p58"/>
          <p:cNvSpPr>
            <a:spLocks noGrp="1"/>
          </p:cNvSpPr>
          <p:nvPr>
            <p:ph type="pic" idx="4"/>
          </p:nvPr>
        </p:nvSpPr>
        <p:spPr>
          <a:xfrm>
            <a:off x="2354489"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22" name="Google Shape;422;p58"/>
          <p:cNvSpPr>
            <a:spLocks noGrp="1"/>
          </p:cNvSpPr>
          <p:nvPr>
            <p:ph type="pic" idx="5"/>
          </p:nvPr>
        </p:nvSpPr>
        <p:spPr>
          <a:xfrm>
            <a:off x="6846358"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23" name="Google Shape;423;p58"/>
          <p:cNvSpPr>
            <a:spLocks noGrp="1"/>
          </p:cNvSpPr>
          <p:nvPr>
            <p:ph type="pic" idx="6"/>
          </p:nvPr>
        </p:nvSpPr>
        <p:spPr>
          <a:xfrm>
            <a:off x="4600424" y="2598766"/>
            <a:ext cx="2187600" cy="2436300"/>
          </a:xfrm>
          <a:prstGeom prst="rect">
            <a:avLst/>
          </a:prstGeom>
          <a:gradFill>
            <a:gsLst>
              <a:gs pos="0">
                <a:srgbClr val="000000">
                  <a:alpha val="40000"/>
                </a:srgbClr>
              </a:gs>
              <a:gs pos="100000">
                <a:srgbClr val="000000">
                  <a:alpha val="20000"/>
                </a:srgbClr>
              </a:gs>
            </a:gsLst>
            <a:lin ang="5400012" scaled="0"/>
          </a:gradFill>
          <a:ln>
            <a:noFill/>
          </a:ln>
        </p:spPr>
      </p:sp>
      <p:sp>
        <p:nvSpPr>
          <p:cNvPr id="424" name="Google Shape;424;p58"/>
          <p:cNvSpPr>
            <a:spLocks noGrp="1"/>
          </p:cNvSpPr>
          <p:nvPr>
            <p:ph type="pic" idx="7"/>
          </p:nvPr>
        </p:nvSpPr>
        <p:spPr>
          <a:xfrm>
            <a:off x="6846358"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25" name="Google Shape;425;p58"/>
          <p:cNvSpPr>
            <a:spLocks noGrp="1"/>
          </p:cNvSpPr>
          <p:nvPr>
            <p:ph type="pic" idx="8"/>
          </p:nvPr>
        </p:nvSpPr>
        <p:spPr>
          <a:xfrm>
            <a:off x="4600424"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
        <p:nvSpPr>
          <p:cNvPr id="426" name="Google Shape;426;p58"/>
          <p:cNvSpPr>
            <a:spLocks noGrp="1"/>
          </p:cNvSpPr>
          <p:nvPr>
            <p:ph type="pic" idx="9"/>
          </p:nvPr>
        </p:nvSpPr>
        <p:spPr>
          <a:xfrm>
            <a:off x="2354489" y="108357"/>
            <a:ext cx="2187600" cy="24336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Video Fullscreen">
  <p:cSld name="Video Fullscreen">
    <p:spTree>
      <p:nvGrpSpPr>
        <p:cNvPr id="1" name="Shape 427"/>
        <p:cNvGrpSpPr/>
        <p:nvPr/>
      </p:nvGrpSpPr>
      <p:grpSpPr>
        <a:xfrm>
          <a:off x="0" y="0"/>
          <a:ext cx="0" cy="0"/>
          <a:chOff x="0" y="0"/>
          <a:chExt cx="0" cy="0"/>
        </a:xfrm>
      </p:grpSpPr>
      <p:sp>
        <p:nvSpPr>
          <p:cNvPr id="428" name="Google Shape;428;p59"/>
          <p:cNvSpPr/>
          <p:nvPr/>
        </p:nvSpPr>
        <p:spPr>
          <a:xfrm>
            <a:off x="8343900" y="4916580"/>
            <a:ext cx="652200" cy="2118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29" name="Google Shape;429;p59"/>
          <p:cNvSpPr>
            <a:spLocks noGrp="1"/>
          </p:cNvSpPr>
          <p:nvPr>
            <p:ph type="media" idx="2"/>
          </p:nvPr>
        </p:nvSpPr>
        <p:spPr>
          <a:xfrm>
            <a:off x="0" y="0"/>
            <a:ext cx="9144000" cy="5143500"/>
          </a:xfrm>
          <a:prstGeom prst="rect">
            <a:avLst/>
          </a:prstGeom>
          <a:gradFill>
            <a:gsLst>
              <a:gs pos="0">
                <a:srgbClr val="C8102E">
                  <a:alpha val="40000"/>
                </a:srgbClr>
              </a:gs>
              <a:gs pos="100000">
                <a:srgbClr val="C8102E">
                  <a:alpha val="20000"/>
                </a:srgbClr>
              </a:gs>
            </a:gsLst>
            <a:lin ang="5400012" scaled="0"/>
          </a:gradFill>
          <a:ln>
            <a:noFill/>
          </a:ln>
        </p:spPr>
        <p:txBody>
          <a:bodyPr spcFirstLastPara="1" wrap="square" lIns="0" tIns="0" rIns="0" bIns="0" anchor="ctr" anchorCtr="0">
            <a:noAutofit/>
          </a:bodyPr>
          <a:lstStyle>
            <a:lvl1pPr marR="0" lvl="0" algn="ctr">
              <a:lnSpc>
                <a:spcPct val="90000"/>
              </a:lnSpc>
              <a:spcBef>
                <a:spcPts val="800"/>
              </a:spcBef>
              <a:spcAft>
                <a:spcPts val="0"/>
              </a:spcAft>
              <a:buClr>
                <a:schemeClr val="dk2"/>
              </a:buClr>
              <a:buSzPts val="900"/>
              <a:buFont typeface="Arial"/>
              <a:buNone/>
              <a:defRPr sz="900" b="0" i="0" u="none" strike="noStrike" cap="none">
                <a:solidFill>
                  <a:schemeClr val="dk2"/>
                </a:solidFill>
                <a:latin typeface="Arial"/>
                <a:ea typeface="Arial"/>
                <a:cs typeface="Arial"/>
                <a:sym typeface="Arial"/>
              </a:defRPr>
            </a:lvl1pPr>
            <a:lvl2pPr marR="0" lvl="1"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2pPr>
            <a:lvl3pPr marR="0" lvl="2"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3pPr>
            <a:lvl4pPr marR="0" lvl="3"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4pPr>
            <a:lvl5pPr marR="0" lvl="4"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5pPr>
            <a:lvl6pPr marR="0" lvl="5"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 Video">
  <p:cSld name="Title + Video">
    <p:spTree>
      <p:nvGrpSpPr>
        <p:cNvPr id="1" name="Shape 430"/>
        <p:cNvGrpSpPr/>
        <p:nvPr/>
      </p:nvGrpSpPr>
      <p:grpSpPr>
        <a:xfrm>
          <a:off x="0" y="0"/>
          <a:ext cx="0" cy="0"/>
          <a:chOff x="0" y="0"/>
          <a:chExt cx="0" cy="0"/>
        </a:xfrm>
      </p:grpSpPr>
      <p:sp>
        <p:nvSpPr>
          <p:cNvPr id="431" name="Google Shape;431;p60"/>
          <p:cNvSpPr>
            <a:spLocks noGrp="1"/>
          </p:cNvSpPr>
          <p:nvPr>
            <p:ph type="media" idx="2"/>
          </p:nvPr>
        </p:nvSpPr>
        <p:spPr>
          <a:xfrm>
            <a:off x="1148786" y="1050539"/>
            <a:ext cx="6846300" cy="3851100"/>
          </a:xfrm>
          <a:prstGeom prst="rect">
            <a:avLst/>
          </a:prstGeom>
          <a:gradFill>
            <a:gsLst>
              <a:gs pos="0">
                <a:srgbClr val="C8102E">
                  <a:alpha val="40000"/>
                </a:srgbClr>
              </a:gs>
              <a:gs pos="100000">
                <a:srgbClr val="C8102E">
                  <a:alpha val="20000"/>
                </a:srgbClr>
              </a:gs>
            </a:gsLst>
            <a:lin ang="5400012" scaled="0"/>
          </a:gradFill>
          <a:ln>
            <a:noFill/>
          </a:ln>
        </p:spPr>
        <p:txBody>
          <a:bodyPr spcFirstLastPara="1" wrap="square" lIns="0" tIns="0" rIns="0" bIns="0" anchor="ctr" anchorCtr="0">
            <a:noAutofit/>
          </a:bodyPr>
          <a:lstStyle>
            <a:lvl1pPr marR="0" lvl="0" algn="ctr">
              <a:lnSpc>
                <a:spcPct val="90000"/>
              </a:lnSpc>
              <a:spcBef>
                <a:spcPts val="800"/>
              </a:spcBef>
              <a:spcAft>
                <a:spcPts val="0"/>
              </a:spcAft>
              <a:buClr>
                <a:schemeClr val="dk2"/>
              </a:buClr>
              <a:buSzPts val="900"/>
              <a:buFont typeface="Arial"/>
              <a:buNone/>
              <a:defRPr sz="900" b="0" i="0" u="none" strike="noStrike" cap="none">
                <a:solidFill>
                  <a:schemeClr val="dk2"/>
                </a:solidFill>
                <a:latin typeface="Arial"/>
                <a:ea typeface="Arial"/>
                <a:cs typeface="Arial"/>
                <a:sym typeface="Arial"/>
              </a:defRPr>
            </a:lvl1pPr>
            <a:lvl2pPr marR="0" lvl="1"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2pPr>
            <a:lvl3pPr marR="0" lvl="2"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3pPr>
            <a:lvl4pPr marR="0" lvl="3"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4pPr>
            <a:lvl5pPr marR="0" lvl="4"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5pPr>
            <a:lvl6pPr marR="0" lvl="5"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R="0" lvl="6"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R="0" lvl="7"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R="0" lvl="8"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32" name="Google Shape;432;p60"/>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3" name="Google Shape;433;p60"/>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4" name="Google Shape;434;p60"/>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35" name="Google Shape;435;p60"/>
          <p:cNvSpPr txBox="1">
            <a:spLocks noGrp="1"/>
          </p:cNvSpPr>
          <p:nvPr>
            <p:ph type="title"/>
          </p:nvPr>
        </p:nvSpPr>
        <p:spPr>
          <a:xfrm>
            <a:off x="109997" y="249402"/>
            <a:ext cx="2743200" cy="4077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b="1" i="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reak Slide Title Only v1">
  <p:cSld name="Break Slide Title Only v1">
    <p:spTree>
      <p:nvGrpSpPr>
        <p:cNvPr id="1" name="Shape 436"/>
        <p:cNvGrpSpPr/>
        <p:nvPr/>
      </p:nvGrpSpPr>
      <p:grpSpPr>
        <a:xfrm>
          <a:off x="0" y="0"/>
          <a:ext cx="0" cy="0"/>
          <a:chOff x="0" y="0"/>
          <a:chExt cx="0" cy="0"/>
        </a:xfrm>
      </p:grpSpPr>
      <p:sp>
        <p:nvSpPr>
          <p:cNvPr id="437" name="Google Shape;437;p61"/>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38" name="Google Shape;438;p61"/>
          <p:cNvSpPr/>
          <p:nvPr/>
        </p:nvSpPr>
        <p:spPr>
          <a:xfrm>
            <a:off x="109998" y="108358"/>
            <a:ext cx="8924100" cy="49269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39" name="Google Shape;439;p61"/>
          <p:cNvSpPr txBox="1">
            <a:spLocks noGrp="1"/>
          </p:cNvSpPr>
          <p:nvPr>
            <p:ph type="body" idx="1"/>
          </p:nvPr>
        </p:nvSpPr>
        <p:spPr>
          <a:xfrm>
            <a:off x="843803" y="2368593"/>
            <a:ext cx="7456500" cy="371700"/>
          </a:xfrm>
          <a:prstGeom prst="rect">
            <a:avLst/>
          </a:prstGeom>
          <a:noFill/>
          <a:ln>
            <a:noFill/>
          </a:ln>
        </p:spPr>
        <p:txBody>
          <a:bodyPr spcFirstLastPara="1" wrap="square" lIns="0" tIns="0" rIns="0" bIns="0" anchor="ctr" anchorCtr="0">
            <a:spAutoFit/>
          </a:bodyPr>
          <a:lstStyle>
            <a:lvl1pPr marL="457200" lvl="0" indent="-228600" algn="ctr">
              <a:lnSpc>
                <a:spcPct val="80000"/>
              </a:lnSpc>
              <a:spcBef>
                <a:spcPts val="500"/>
              </a:spcBef>
              <a:spcAft>
                <a:spcPts val="0"/>
              </a:spcAft>
              <a:buClr>
                <a:schemeClr val="lt1"/>
              </a:buClr>
              <a:buSzPts val="3000"/>
              <a:buNone/>
              <a:defRPr sz="3000" b="1"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reak Slide Title Only v2">
  <p:cSld name="Break Slide Title Only v2">
    <p:spTree>
      <p:nvGrpSpPr>
        <p:cNvPr id="1" name="Shape 440"/>
        <p:cNvGrpSpPr/>
        <p:nvPr/>
      </p:nvGrpSpPr>
      <p:grpSpPr>
        <a:xfrm>
          <a:off x="0" y="0"/>
          <a:ext cx="0" cy="0"/>
          <a:chOff x="0" y="0"/>
          <a:chExt cx="0" cy="0"/>
        </a:xfrm>
      </p:grpSpPr>
      <p:sp>
        <p:nvSpPr>
          <p:cNvPr id="441" name="Google Shape;441;p62"/>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42" name="Google Shape;442;p62"/>
          <p:cNvSpPr/>
          <p:nvPr/>
        </p:nvSpPr>
        <p:spPr>
          <a:xfrm>
            <a:off x="109998" y="108358"/>
            <a:ext cx="8924100" cy="49269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43" name="Google Shape;443;p62"/>
          <p:cNvSpPr txBox="1">
            <a:spLocks noGrp="1"/>
          </p:cNvSpPr>
          <p:nvPr>
            <p:ph type="body" idx="1"/>
          </p:nvPr>
        </p:nvSpPr>
        <p:spPr>
          <a:xfrm>
            <a:off x="843803" y="2368593"/>
            <a:ext cx="7456500" cy="371700"/>
          </a:xfrm>
          <a:prstGeom prst="rect">
            <a:avLst/>
          </a:prstGeom>
          <a:noFill/>
          <a:ln>
            <a:noFill/>
          </a:ln>
        </p:spPr>
        <p:txBody>
          <a:bodyPr spcFirstLastPara="1" wrap="square" lIns="0" tIns="0" rIns="0" bIns="0" anchor="ctr" anchorCtr="0">
            <a:spAutoFit/>
          </a:bodyPr>
          <a:lstStyle>
            <a:lvl1pPr marL="457200" lvl="0" indent="-228600" algn="ctr">
              <a:lnSpc>
                <a:spcPct val="80000"/>
              </a:lnSpc>
              <a:spcBef>
                <a:spcPts val="500"/>
              </a:spcBef>
              <a:spcAft>
                <a:spcPts val="0"/>
              </a:spcAft>
              <a:buClr>
                <a:schemeClr val="lt1"/>
              </a:buClr>
              <a:buSzPts val="3000"/>
              <a:buNone/>
              <a:defRPr sz="3000" b="1"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reak Slide Title + Bg Image">
  <p:cSld name="Break Slide Title + Bg Image">
    <p:spTree>
      <p:nvGrpSpPr>
        <p:cNvPr id="1" name="Shape 444"/>
        <p:cNvGrpSpPr/>
        <p:nvPr/>
      </p:nvGrpSpPr>
      <p:grpSpPr>
        <a:xfrm>
          <a:off x="0" y="0"/>
          <a:ext cx="0" cy="0"/>
          <a:chOff x="0" y="0"/>
          <a:chExt cx="0" cy="0"/>
        </a:xfrm>
      </p:grpSpPr>
      <p:sp>
        <p:nvSpPr>
          <p:cNvPr id="445" name="Google Shape;445;p63"/>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446" name="Google Shape;446;p63"/>
          <p:cNvSpPr txBox="1">
            <a:spLocks noGrp="1"/>
          </p:cNvSpPr>
          <p:nvPr>
            <p:ph type="body" idx="1"/>
          </p:nvPr>
        </p:nvSpPr>
        <p:spPr>
          <a:xfrm>
            <a:off x="843803" y="2368593"/>
            <a:ext cx="7456500" cy="371700"/>
          </a:xfrm>
          <a:prstGeom prst="rect">
            <a:avLst/>
          </a:prstGeom>
          <a:noFill/>
          <a:ln>
            <a:noFill/>
          </a:ln>
        </p:spPr>
        <p:txBody>
          <a:bodyPr spcFirstLastPara="1" wrap="square" lIns="0" tIns="0" rIns="0" bIns="0" anchor="ctr" anchorCtr="0">
            <a:spAutoFit/>
          </a:bodyPr>
          <a:lstStyle>
            <a:lvl1pPr marL="457200" lvl="0" indent="-228600" algn="ctr">
              <a:lnSpc>
                <a:spcPct val="80000"/>
              </a:lnSpc>
              <a:spcBef>
                <a:spcPts val="500"/>
              </a:spcBef>
              <a:spcAft>
                <a:spcPts val="0"/>
              </a:spcAft>
              <a:buClr>
                <a:schemeClr val="lt1"/>
              </a:buClr>
              <a:buSzPts val="3000"/>
              <a:buNone/>
              <a:defRPr sz="3000" b="1"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47" name="Google Shape;447;p63"/>
          <p:cNvSpPr>
            <a:spLocks noGrp="1"/>
          </p:cNvSpPr>
          <p:nvPr>
            <p:ph type="pic" idx="2"/>
          </p:nvPr>
        </p:nvSpPr>
        <p:spPr>
          <a:xfrm>
            <a:off x="109998" y="108357"/>
            <a:ext cx="8924100" cy="49269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reak Slide Title + Image v1">
  <p:cSld name="Break Slide Title + Image v1">
    <p:spTree>
      <p:nvGrpSpPr>
        <p:cNvPr id="1" name="Shape 448"/>
        <p:cNvGrpSpPr/>
        <p:nvPr/>
      </p:nvGrpSpPr>
      <p:grpSpPr>
        <a:xfrm>
          <a:off x="0" y="0"/>
          <a:ext cx="0" cy="0"/>
          <a:chOff x="0" y="0"/>
          <a:chExt cx="0" cy="0"/>
        </a:xfrm>
      </p:grpSpPr>
      <p:sp>
        <p:nvSpPr>
          <p:cNvPr id="449" name="Google Shape;449;p64"/>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0" name="Google Shape;450;p64"/>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1" name="Google Shape;451;p64"/>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52" name="Google Shape;452;p64"/>
          <p:cNvSpPr>
            <a:spLocks noGrp="1"/>
          </p:cNvSpPr>
          <p:nvPr>
            <p:ph type="pic" idx="2"/>
          </p:nvPr>
        </p:nvSpPr>
        <p:spPr>
          <a:xfrm>
            <a:off x="109276" y="1516673"/>
            <a:ext cx="8925300" cy="3376800"/>
          </a:xfrm>
          <a:prstGeom prst="rect">
            <a:avLst/>
          </a:prstGeom>
          <a:gradFill>
            <a:gsLst>
              <a:gs pos="0">
                <a:srgbClr val="000000">
                  <a:alpha val="40000"/>
                </a:srgbClr>
              </a:gs>
              <a:gs pos="100000">
                <a:srgbClr val="000000">
                  <a:alpha val="20000"/>
                </a:srgbClr>
              </a:gs>
            </a:gsLst>
            <a:lin ang="5400012" scaled="0"/>
          </a:gradFill>
          <a:ln>
            <a:noFill/>
          </a:ln>
        </p:spPr>
      </p:sp>
      <p:sp>
        <p:nvSpPr>
          <p:cNvPr id="453" name="Google Shape;453;p64"/>
          <p:cNvSpPr txBox="1">
            <a:spLocks noGrp="1"/>
          </p:cNvSpPr>
          <p:nvPr>
            <p:ph type="body" idx="1"/>
          </p:nvPr>
        </p:nvSpPr>
        <p:spPr>
          <a:xfrm>
            <a:off x="-270164" y="42151"/>
            <a:ext cx="9684300" cy="1474500"/>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500"/>
              </a:spcBef>
              <a:spcAft>
                <a:spcPts val="0"/>
              </a:spcAft>
              <a:buClr>
                <a:schemeClr val="dk2"/>
              </a:buClr>
              <a:buSzPts val="12000"/>
              <a:buNone/>
              <a:defRPr sz="120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reak Slide Title + Image v2">
  <p:cSld name="Break Slide Title + Image v2">
    <p:spTree>
      <p:nvGrpSpPr>
        <p:cNvPr id="1" name="Shape 454"/>
        <p:cNvGrpSpPr/>
        <p:nvPr/>
      </p:nvGrpSpPr>
      <p:grpSpPr>
        <a:xfrm>
          <a:off x="0" y="0"/>
          <a:ext cx="0" cy="0"/>
          <a:chOff x="0" y="0"/>
          <a:chExt cx="0" cy="0"/>
        </a:xfrm>
      </p:grpSpPr>
      <p:sp>
        <p:nvSpPr>
          <p:cNvPr id="455" name="Google Shape;455;p65"/>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6" name="Google Shape;456;p65"/>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7" name="Google Shape;457;p65"/>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58" name="Google Shape;458;p65"/>
          <p:cNvSpPr>
            <a:spLocks noGrp="1"/>
          </p:cNvSpPr>
          <p:nvPr>
            <p:ph type="pic" idx="2"/>
          </p:nvPr>
        </p:nvSpPr>
        <p:spPr>
          <a:xfrm>
            <a:off x="109276" y="1071256"/>
            <a:ext cx="8925300" cy="3822300"/>
          </a:xfrm>
          <a:prstGeom prst="rect">
            <a:avLst/>
          </a:prstGeom>
          <a:gradFill>
            <a:gsLst>
              <a:gs pos="0">
                <a:srgbClr val="000000">
                  <a:alpha val="40000"/>
                </a:srgbClr>
              </a:gs>
              <a:gs pos="100000">
                <a:srgbClr val="000000">
                  <a:alpha val="20000"/>
                </a:srgbClr>
              </a:gs>
            </a:gsLst>
            <a:lin ang="5400012" scaled="0"/>
          </a:gradFill>
          <a:ln>
            <a:noFill/>
          </a:ln>
        </p:spPr>
      </p:sp>
      <p:sp>
        <p:nvSpPr>
          <p:cNvPr id="459" name="Google Shape;459;p65"/>
          <p:cNvSpPr txBox="1">
            <a:spLocks noGrp="1"/>
          </p:cNvSpPr>
          <p:nvPr>
            <p:ph type="body" idx="1"/>
          </p:nvPr>
        </p:nvSpPr>
        <p:spPr>
          <a:xfrm>
            <a:off x="-177300" y="-226124"/>
            <a:ext cx="9498600" cy="1535400"/>
          </a:xfrm>
          <a:prstGeom prst="rect">
            <a:avLst/>
          </a:prstGeom>
          <a:noFill/>
          <a:ln>
            <a:noFill/>
          </a:ln>
        </p:spPr>
        <p:txBody>
          <a:bodyPr spcFirstLastPara="1" wrap="square" lIns="0" tIns="0" rIns="0" bIns="0" anchor="ctr" anchorCtr="0">
            <a:normAutofit/>
          </a:bodyPr>
          <a:lstStyle>
            <a:lvl1pPr marL="457200" lvl="0" indent="-228600" algn="ctr">
              <a:lnSpc>
                <a:spcPct val="100000"/>
              </a:lnSpc>
              <a:spcBef>
                <a:spcPts val="500"/>
              </a:spcBef>
              <a:spcAft>
                <a:spcPts val="0"/>
              </a:spcAft>
              <a:buClr>
                <a:schemeClr val="dk2"/>
              </a:buClr>
              <a:buSzPts val="7500"/>
              <a:buNone/>
              <a:defRPr sz="75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reak Slide Title + Image v3">
  <p:cSld name="Break Slide Title + Image v3">
    <p:spTree>
      <p:nvGrpSpPr>
        <p:cNvPr id="1" name="Shape 460"/>
        <p:cNvGrpSpPr/>
        <p:nvPr/>
      </p:nvGrpSpPr>
      <p:grpSpPr>
        <a:xfrm>
          <a:off x="0" y="0"/>
          <a:ext cx="0" cy="0"/>
          <a:chOff x="0" y="0"/>
          <a:chExt cx="0" cy="0"/>
        </a:xfrm>
      </p:grpSpPr>
      <p:sp>
        <p:nvSpPr>
          <p:cNvPr id="461" name="Google Shape;461;p66"/>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62" name="Google Shape;462;p66"/>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63" name="Google Shape;463;p66"/>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64" name="Google Shape;464;p66"/>
          <p:cNvSpPr>
            <a:spLocks noGrp="1"/>
          </p:cNvSpPr>
          <p:nvPr>
            <p:ph type="pic" idx="2"/>
          </p:nvPr>
        </p:nvSpPr>
        <p:spPr>
          <a:xfrm>
            <a:off x="109276" y="796018"/>
            <a:ext cx="8925300" cy="4097400"/>
          </a:xfrm>
          <a:prstGeom prst="rect">
            <a:avLst/>
          </a:prstGeom>
          <a:gradFill>
            <a:gsLst>
              <a:gs pos="0">
                <a:srgbClr val="000000">
                  <a:alpha val="40000"/>
                </a:srgbClr>
              </a:gs>
              <a:gs pos="100000">
                <a:srgbClr val="000000">
                  <a:alpha val="20000"/>
                </a:srgbClr>
              </a:gs>
            </a:gsLst>
            <a:lin ang="5400012" scaled="0"/>
          </a:gradFill>
          <a:ln>
            <a:noFill/>
          </a:ln>
        </p:spPr>
      </p:sp>
      <p:sp>
        <p:nvSpPr>
          <p:cNvPr id="465" name="Google Shape;465;p66"/>
          <p:cNvSpPr txBox="1">
            <a:spLocks noGrp="1"/>
          </p:cNvSpPr>
          <p:nvPr>
            <p:ph type="body" idx="1"/>
          </p:nvPr>
        </p:nvSpPr>
        <p:spPr>
          <a:xfrm>
            <a:off x="-177300" y="-199662"/>
            <a:ext cx="9498600" cy="12075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500"/>
              </a:spcBef>
              <a:spcAft>
                <a:spcPts val="0"/>
              </a:spcAft>
              <a:buClr>
                <a:schemeClr val="dk2"/>
              </a:buClr>
              <a:buSzPts val="4800"/>
              <a:buNone/>
              <a:defRPr sz="48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reak Slide Title + Image v4">
  <p:cSld name="Break Slide Title + Image v4">
    <p:spTree>
      <p:nvGrpSpPr>
        <p:cNvPr id="1" name="Shape 466"/>
        <p:cNvGrpSpPr/>
        <p:nvPr/>
      </p:nvGrpSpPr>
      <p:grpSpPr>
        <a:xfrm>
          <a:off x="0" y="0"/>
          <a:ext cx="0" cy="0"/>
          <a:chOff x="0" y="0"/>
          <a:chExt cx="0" cy="0"/>
        </a:xfrm>
      </p:grpSpPr>
      <p:sp>
        <p:nvSpPr>
          <p:cNvPr id="467" name="Google Shape;467;p67"/>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68" name="Google Shape;468;p67"/>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69" name="Google Shape;469;p67"/>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70" name="Google Shape;470;p67"/>
          <p:cNvSpPr>
            <a:spLocks noGrp="1"/>
          </p:cNvSpPr>
          <p:nvPr>
            <p:ph type="pic" idx="2"/>
          </p:nvPr>
        </p:nvSpPr>
        <p:spPr>
          <a:xfrm>
            <a:off x="109276" y="703385"/>
            <a:ext cx="8925300" cy="4190100"/>
          </a:xfrm>
          <a:prstGeom prst="rect">
            <a:avLst/>
          </a:prstGeom>
          <a:gradFill>
            <a:gsLst>
              <a:gs pos="0">
                <a:srgbClr val="000000">
                  <a:alpha val="40000"/>
                </a:srgbClr>
              </a:gs>
              <a:gs pos="100000">
                <a:srgbClr val="000000">
                  <a:alpha val="20000"/>
                </a:srgbClr>
              </a:gs>
            </a:gsLst>
            <a:lin ang="5400012" scaled="0"/>
          </a:gradFill>
          <a:ln>
            <a:noFill/>
          </a:ln>
        </p:spPr>
      </p:sp>
      <p:sp>
        <p:nvSpPr>
          <p:cNvPr id="471" name="Google Shape;471;p67"/>
          <p:cNvSpPr txBox="1">
            <a:spLocks noGrp="1"/>
          </p:cNvSpPr>
          <p:nvPr>
            <p:ph type="body" idx="1"/>
          </p:nvPr>
        </p:nvSpPr>
        <p:spPr>
          <a:xfrm>
            <a:off x="-177300" y="-234831"/>
            <a:ext cx="9498600" cy="12075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500"/>
              </a:spcBef>
              <a:spcAft>
                <a:spcPts val="0"/>
              </a:spcAft>
              <a:buClr>
                <a:schemeClr val="dk2"/>
              </a:buClr>
              <a:buSzPts val="4100"/>
              <a:buNone/>
              <a:defRPr sz="4100" b="1" i="0">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reak Slide Title + Image (Baseball)">
  <p:cSld name="Break Slide Title + Image (Baseball)">
    <p:spTree>
      <p:nvGrpSpPr>
        <p:cNvPr id="1" name="Shape 472"/>
        <p:cNvGrpSpPr/>
        <p:nvPr/>
      </p:nvGrpSpPr>
      <p:grpSpPr>
        <a:xfrm>
          <a:off x="0" y="0"/>
          <a:ext cx="0" cy="0"/>
          <a:chOff x="0" y="0"/>
          <a:chExt cx="0" cy="0"/>
        </a:xfrm>
      </p:grpSpPr>
      <p:sp>
        <p:nvSpPr>
          <p:cNvPr id="473" name="Google Shape;473;p68"/>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74" name="Google Shape;474;p68"/>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75" name="Google Shape;475;p68"/>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76" name="Google Shape;476;p68"/>
          <p:cNvSpPr>
            <a:spLocks noGrp="1"/>
          </p:cNvSpPr>
          <p:nvPr>
            <p:ph type="pic" idx="2"/>
          </p:nvPr>
        </p:nvSpPr>
        <p:spPr>
          <a:xfrm>
            <a:off x="109276" y="1329613"/>
            <a:ext cx="8925300" cy="3564000"/>
          </a:xfrm>
          <a:prstGeom prst="rect">
            <a:avLst/>
          </a:prstGeom>
          <a:gradFill>
            <a:gsLst>
              <a:gs pos="0">
                <a:srgbClr val="000000">
                  <a:alpha val="40000"/>
                </a:srgbClr>
              </a:gs>
              <a:gs pos="100000">
                <a:srgbClr val="000000">
                  <a:alpha val="20000"/>
                </a:srgbClr>
              </a:gs>
            </a:gsLst>
            <a:lin ang="5400012" scaled="0"/>
          </a:gradFill>
          <a:ln>
            <a:noFill/>
          </a:ln>
        </p:spPr>
      </p:sp>
      <p:sp>
        <p:nvSpPr>
          <p:cNvPr id="477" name="Google Shape;477;p68"/>
          <p:cNvSpPr txBox="1"/>
          <p:nvPr/>
        </p:nvSpPr>
        <p:spPr>
          <a:xfrm>
            <a:off x="-91395" y="-275651"/>
            <a:ext cx="9270900" cy="18582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9800"/>
              <a:buFont typeface="Arial"/>
              <a:buNone/>
            </a:pPr>
            <a:r>
              <a:rPr lang="es" sz="9800" b="1" i="0">
                <a:solidFill>
                  <a:schemeClr val="dk2"/>
                </a:solidFill>
                <a:latin typeface="Arial"/>
                <a:ea typeface="Arial"/>
                <a:cs typeface="Arial"/>
                <a:sym typeface="Arial"/>
              </a:rPr>
              <a:t>BASEBALL</a:t>
            </a:r>
            <a:endParaRPr sz="110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reak Slide Title + Image (Fastpitch)">
  <p:cSld name="Break Slide Title + Image (Fastpitch)">
    <p:spTree>
      <p:nvGrpSpPr>
        <p:cNvPr id="1" name="Shape 478"/>
        <p:cNvGrpSpPr/>
        <p:nvPr/>
      </p:nvGrpSpPr>
      <p:grpSpPr>
        <a:xfrm>
          <a:off x="0" y="0"/>
          <a:ext cx="0" cy="0"/>
          <a:chOff x="0" y="0"/>
          <a:chExt cx="0" cy="0"/>
        </a:xfrm>
      </p:grpSpPr>
      <p:sp>
        <p:nvSpPr>
          <p:cNvPr id="479" name="Google Shape;479;p69"/>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0" name="Google Shape;480;p69"/>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1" name="Google Shape;481;p69"/>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82" name="Google Shape;482;p69"/>
          <p:cNvSpPr>
            <a:spLocks noGrp="1"/>
          </p:cNvSpPr>
          <p:nvPr>
            <p:ph type="pic" idx="2"/>
          </p:nvPr>
        </p:nvSpPr>
        <p:spPr>
          <a:xfrm>
            <a:off x="109276" y="1313848"/>
            <a:ext cx="8925300" cy="3579600"/>
          </a:xfrm>
          <a:prstGeom prst="rect">
            <a:avLst/>
          </a:prstGeom>
          <a:gradFill>
            <a:gsLst>
              <a:gs pos="0">
                <a:srgbClr val="000000">
                  <a:alpha val="40000"/>
                </a:srgbClr>
              </a:gs>
              <a:gs pos="100000">
                <a:srgbClr val="000000">
                  <a:alpha val="20000"/>
                </a:srgbClr>
              </a:gs>
            </a:gsLst>
            <a:lin ang="5400012" scaled="0"/>
          </a:gradFill>
          <a:ln>
            <a:noFill/>
          </a:ln>
        </p:spPr>
      </p:sp>
      <p:sp>
        <p:nvSpPr>
          <p:cNvPr id="483" name="Google Shape;483;p69"/>
          <p:cNvSpPr txBox="1"/>
          <p:nvPr/>
        </p:nvSpPr>
        <p:spPr>
          <a:xfrm>
            <a:off x="-89252" y="-224635"/>
            <a:ext cx="9322500" cy="17544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9500"/>
              <a:buFont typeface="Arial"/>
              <a:buNone/>
            </a:pPr>
            <a:r>
              <a:rPr lang="es" sz="9500" b="1" i="0">
                <a:solidFill>
                  <a:schemeClr val="dk2"/>
                </a:solidFill>
                <a:latin typeface="Arial"/>
                <a:ea typeface="Arial"/>
                <a:cs typeface="Arial"/>
                <a:sym typeface="Arial"/>
              </a:rPr>
              <a:t>FASTPITCH</a:t>
            </a:r>
            <a:endParaRPr sz="110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reak Slide Title + Image (Soccer)">
  <p:cSld name="Break Slide Title + Image (Soccer)">
    <p:spTree>
      <p:nvGrpSpPr>
        <p:cNvPr id="1" name="Shape 484"/>
        <p:cNvGrpSpPr/>
        <p:nvPr/>
      </p:nvGrpSpPr>
      <p:grpSpPr>
        <a:xfrm>
          <a:off x="0" y="0"/>
          <a:ext cx="0" cy="0"/>
          <a:chOff x="0" y="0"/>
          <a:chExt cx="0" cy="0"/>
        </a:xfrm>
      </p:grpSpPr>
      <p:sp>
        <p:nvSpPr>
          <p:cNvPr id="485" name="Google Shape;485;p70"/>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6" name="Google Shape;486;p70"/>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7" name="Google Shape;487;p70"/>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88" name="Google Shape;488;p70"/>
          <p:cNvSpPr>
            <a:spLocks noGrp="1"/>
          </p:cNvSpPr>
          <p:nvPr>
            <p:ph type="pic" idx="2"/>
          </p:nvPr>
        </p:nvSpPr>
        <p:spPr>
          <a:xfrm>
            <a:off x="109276" y="1609530"/>
            <a:ext cx="8925300" cy="3283800"/>
          </a:xfrm>
          <a:prstGeom prst="rect">
            <a:avLst/>
          </a:prstGeom>
          <a:gradFill>
            <a:gsLst>
              <a:gs pos="0">
                <a:srgbClr val="000000">
                  <a:alpha val="40000"/>
                </a:srgbClr>
              </a:gs>
              <a:gs pos="100000">
                <a:srgbClr val="000000">
                  <a:alpha val="20000"/>
                </a:srgbClr>
              </a:gs>
            </a:gsLst>
            <a:lin ang="5400012" scaled="0"/>
          </a:gradFill>
          <a:ln>
            <a:noFill/>
          </a:ln>
        </p:spPr>
      </p:sp>
      <p:sp>
        <p:nvSpPr>
          <p:cNvPr id="489" name="Google Shape;489;p70"/>
          <p:cNvSpPr txBox="1"/>
          <p:nvPr/>
        </p:nvSpPr>
        <p:spPr>
          <a:xfrm>
            <a:off x="9934" y="-352827"/>
            <a:ext cx="9124200" cy="23199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12500"/>
              <a:buFont typeface="Arial"/>
              <a:buNone/>
            </a:pPr>
            <a:r>
              <a:rPr lang="es" sz="12500" b="1" i="0">
                <a:solidFill>
                  <a:schemeClr val="dk2"/>
                </a:solidFill>
                <a:latin typeface="Arial"/>
                <a:ea typeface="Arial"/>
                <a:cs typeface="Arial"/>
                <a:sym typeface="Arial"/>
              </a:rPr>
              <a:t>SOCCER</a:t>
            </a:r>
            <a:endParaRPr sz="110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1_Break Slide Title + Image (Soccer)">
  <p:cSld name="1_Break Slide Title + Image (Soccer)">
    <p:spTree>
      <p:nvGrpSpPr>
        <p:cNvPr id="1" name="Shape 490"/>
        <p:cNvGrpSpPr/>
        <p:nvPr/>
      </p:nvGrpSpPr>
      <p:grpSpPr>
        <a:xfrm>
          <a:off x="0" y="0"/>
          <a:ext cx="0" cy="0"/>
          <a:chOff x="0" y="0"/>
          <a:chExt cx="0" cy="0"/>
        </a:xfrm>
      </p:grpSpPr>
      <p:sp>
        <p:nvSpPr>
          <p:cNvPr id="491" name="Google Shape;491;p71"/>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2" name="Google Shape;492;p71"/>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3" name="Google Shape;493;p71"/>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494" name="Google Shape;494;p71"/>
          <p:cNvSpPr>
            <a:spLocks noGrp="1"/>
          </p:cNvSpPr>
          <p:nvPr>
            <p:ph type="pic" idx="2"/>
          </p:nvPr>
        </p:nvSpPr>
        <p:spPr>
          <a:xfrm>
            <a:off x="109276" y="1540413"/>
            <a:ext cx="8925300" cy="3353100"/>
          </a:xfrm>
          <a:prstGeom prst="rect">
            <a:avLst/>
          </a:prstGeom>
          <a:gradFill>
            <a:gsLst>
              <a:gs pos="0">
                <a:srgbClr val="000000">
                  <a:alpha val="40000"/>
                </a:srgbClr>
              </a:gs>
              <a:gs pos="100000">
                <a:srgbClr val="000000">
                  <a:alpha val="20000"/>
                </a:srgbClr>
              </a:gs>
            </a:gsLst>
            <a:lin ang="5400012" scaled="0"/>
          </a:gradFill>
          <a:ln>
            <a:noFill/>
          </a:ln>
        </p:spPr>
      </p:sp>
      <p:sp>
        <p:nvSpPr>
          <p:cNvPr id="495" name="Google Shape;495;p71"/>
          <p:cNvSpPr txBox="1"/>
          <p:nvPr/>
        </p:nvSpPr>
        <p:spPr>
          <a:xfrm>
            <a:off x="-18058" y="-449632"/>
            <a:ext cx="9124200" cy="23199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10800"/>
              <a:buFont typeface="Arial"/>
              <a:buNone/>
            </a:pPr>
            <a:r>
              <a:rPr lang="es" sz="10800" b="1" i="0">
                <a:solidFill>
                  <a:schemeClr val="dk2"/>
                </a:solidFill>
                <a:latin typeface="Arial"/>
                <a:ea typeface="Arial"/>
                <a:cs typeface="Arial"/>
                <a:sym typeface="Arial"/>
              </a:rPr>
              <a:t>RACQUET</a:t>
            </a:r>
            <a:endParaRPr sz="10800" b="1" i="0">
              <a:solidFill>
                <a:schemeClr val="dk2"/>
              </a:solidFill>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reak Slide Title + Image (Golf)">
  <p:cSld name="Break Slide Title + Image (Golf)">
    <p:spTree>
      <p:nvGrpSpPr>
        <p:cNvPr id="1" name="Shape 496"/>
        <p:cNvGrpSpPr/>
        <p:nvPr/>
      </p:nvGrpSpPr>
      <p:grpSpPr>
        <a:xfrm>
          <a:off x="0" y="0"/>
          <a:ext cx="0" cy="0"/>
          <a:chOff x="0" y="0"/>
          <a:chExt cx="0" cy="0"/>
        </a:xfrm>
      </p:grpSpPr>
      <p:sp>
        <p:nvSpPr>
          <p:cNvPr id="497" name="Google Shape;497;p72"/>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8" name="Google Shape;498;p72"/>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9" name="Google Shape;499;p72"/>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00" name="Google Shape;500;p72"/>
          <p:cNvSpPr>
            <a:spLocks noGrp="1"/>
          </p:cNvSpPr>
          <p:nvPr>
            <p:ph type="pic" idx="2"/>
          </p:nvPr>
        </p:nvSpPr>
        <p:spPr>
          <a:xfrm>
            <a:off x="109276" y="1609530"/>
            <a:ext cx="8925300" cy="3283800"/>
          </a:xfrm>
          <a:prstGeom prst="rect">
            <a:avLst/>
          </a:prstGeom>
          <a:gradFill>
            <a:gsLst>
              <a:gs pos="0">
                <a:srgbClr val="000000">
                  <a:alpha val="40000"/>
                </a:srgbClr>
              </a:gs>
              <a:gs pos="100000">
                <a:srgbClr val="000000">
                  <a:alpha val="20000"/>
                </a:srgbClr>
              </a:gs>
            </a:gsLst>
            <a:lin ang="5400012" scaled="0"/>
          </a:gradFill>
          <a:ln>
            <a:noFill/>
          </a:ln>
        </p:spPr>
      </p:sp>
      <p:sp>
        <p:nvSpPr>
          <p:cNvPr id="501" name="Google Shape;501;p72"/>
          <p:cNvSpPr txBox="1"/>
          <p:nvPr/>
        </p:nvSpPr>
        <p:spPr>
          <a:xfrm>
            <a:off x="144761" y="-348054"/>
            <a:ext cx="9741000" cy="23199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12800"/>
              <a:buFont typeface="Arial"/>
              <a:buNone/>
            </a:pPr>
            <a:r>
              <a:rPr lang="es" sz="12800" b="1" i="0">
                <a:solidFill>
                  <a:schemeClr val="dk2"/>
                </a:solidFill>
                <a:latin typeface="Arial"/>
                <a:ea typeface="Arial"/>
                <a:cs typeface="Arial"/>
                <a:sym typeface="Arial"/>
              </a:rPr>
              <a:t>GOLF</a:t>
            </a:r>
            <a:endParaRPr sz="110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reak Slide Title + Image (Basketball)">
  <p:cSld name="Break Slide Title + Image (Basketball)">
    <p:spTree>
      <p:nvGrpSpPr>
        <p:cNvPr id="1" name="Shape 502"/>
        <p:cNvGrpSpPr/>
        <p:nvPr/>
      </p:nvGrpSpPr>
      <p:grpSpPr>
        <a:xfrm>
          <a:off x="0" y="0"/>
          <a:ext cx="0" cy="0"/>
          <a:chOff x="0" y="0"/>
          <a:chExt cx="0" cy="0"/>
        </a:xfrm>
      </p:grpSpPr>
      <p:sp>
        <p:nvSpPr>
          <p:cNvPr id="503" name="Google Shape;503;p73"/>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04" name="Google Shape;504;p73"/>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05" name="Google Shape;505;p73"/>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06" name="Google Shape;506;p73"/>
          <p:cNvSpPr>
            <a:spLocks noGrp="1"/>
          </p:cNvSpPr>
          <p:nvPr>
            <p:ph type="pic" idx="2"/>
          </p:nvPr>
        </p:nvSpPr>
        <p:spPr>
          <a:xfrm>
            <a:off x="109276" y="1117600"/>
            <a:ext cx="8925300" cy="3775800"/>
          </a:xfrm>
          <a:prstGeom prst="rect">
            <a:avLst/>
          </a:prstGeom>
          <a:gradFill>
            <a:gsLst>
              <a:gs pos="0">
                <a:srgbClr val="000000">
                  <a:alpha val="40000"/>
                </a:srgbClr>
              </a:gs>
              <a:gs pos="100000">
                <a:srgbClr val="000000">
                  <a:alpha val="20000"/>
                </a:srgbClr>
              </a:gs>
            </a:gsLst>
            <a:lin ang="5400012" scaled="0"/>
          </a:gradFill>
          <a:ln>
            <a:noFill/>
          </a:ln>
        </p:spPr>
      </p:sp>
      <p:sp>
        <p:nvSpPr>
          <p:cNvPr id="507" name="Google Shape;507;p73"/>
          <p:cNvSpPr txBox="1"/>
          <p:nvPr/>
        </p:nvSpPr>
        <p:spPr>
          <a:xfrm>
            <a:off x="-79203" y="-115058"/>
            <a:ext cx="9274500" cy="15003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9300"/>
              <a:buFont typeface="Arial"/>
              <a:buNone/>
            </a:pPr>
            <a:r>
              <a:rPr lang="es" sz="9300" b="1" i="0">
                <a:solidFill>
                  <a:schemeClr val="dk2"/>
                </a:solidFill>
                <a:latin typeface="Arial"/>
                <a:ea typeface="Arial"/>
                <a:cs typeface="Arial"/>
                <a:sym typeface="Arial"/>
              </a:rPr>
              <a:t>BASKETBALL</a:t>
            </a:r>
            <a:endParaRPr sz="110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Break Slide Title + Image (Volleyball)">
  <p:cSld name="Break Slide Title + Image (Volleyball)">
    <p:spTree>
      <p:nvGrpSpPr>
        <p:cNvPr id="1" name="Shape 508"/>
        <p:cNvGrpSpPr/>
        <p:nvPr/>
      </p:nvGrpSpPr>
      <p:grpSpPr>
        <a:xfrm>
          <a:off x="0" y="0"/>
          <a:ext cx="0" cy="0"/>
          <a:chOff x="0" y="0"/>
          <a:chExt cx="0" cy="0"/>
        </a:xfrm>
      </p:grpSpPr>
      <p:sp>
        <p:nvSpPr>
          <p:cNvPr id="509" name="Google Shape;509;p74"/>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10" name="Google Shape;510;p74"/>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11" name="Google Shape;511;p74"/>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12" name="Google Shape;512;p74"/>
          <p:cNvSpPr>
            <a:spLocks noGrp="1"/>
          </p:cNvSpPr>
          <p:nvPr>
            <p:ph type="pic" idx="2"/>
          </p:nvPr>
        </p:nvSpPr>
        <p:spPr>
          <a:xfrm>
            <a:off x="109276" y="1117600"/>
            <a:ext cx="8925300" cy="3775800"/>
          </a:xfrm>
          <a:prstGeom prst="rect">
            <a:avLst/>
          </a:prstGeom>
          <a:gradFill>
            <a:gsLst>
              <a:gs pos="0">
                <a:srgbClr val="000000">
                  <a:alpha val="40000"/>
                </a:srgbClr>
              </a:gs>
              <a:gs pos="100000">
                <a:srgbClr val="000000">
                  <a:alpha val="20000"/>
                </a:srgbClr>
              </a:gs>
            </a:gsLst>
            <a:lin ang="5400012" scaled="0"/>
          </a:gradFill>
          <a:ln>
            <a:noFill/>
          </a:ln>
        </p:spPr>
      </p:sp>
      <p:sp>
        <p:nvSpPr>
          <p:cNvPr id="513" name="Google Shape;513;p74"/>
          <p:cNvSpPr txBox="1"/>
          <p:nvPr/>
        </p:nvSpPr>
        <p:spPr>
          <a:xfrm>
            <a:off x="0" y="-125344"/>
            <a:ext cx="9147000" cy="15120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9400"/>
              <a:buFont typeface="Arial"/>
              <a:buNone/>
            </a:pPr>
            <a:r>
              <a:rPr lang="es" sz="9400" b="1" i="0">
                <a:solidFill>
                  <a:schemeClr val="dk2"/>
                </a:solidFill>
                <a:latin typeface="Arial"/>
                <a:ea typeface="Arial"/>
                <a:cs typeface="Arial"/>
                <a:sym typeface="Arial"/>
              </a:rPr>
              <a:t>VOLLEYBALL</a:t>
            </a:r>
            <a:endParaRPr sz="110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reak Slide Title + Image (Football)">
  <p:cSld name="Break Slide Title + Image (Football)">
    <p:spTree>
      <p:nvGrpSpPr>
        <p:cNvPr id="1" name="Shape 514"/>
        <p:cNvGrpSpPr/>
        <p:nvPr/>
      </p:nvGrpSpPr>
      <p:grpSpPr>
        <a:xfrm>
          <a:off x="0" y="0"/>
          <a:ext cx="0" cy="0"/>
          <a:chOff x="0" y="0"/>
          <a:chExt cx="0" cy="0"/>
        </a:xfrm>
      </p:grpSpPr>
      <p:sp>
        <p:nvSpPr>
          <p:cNvPr id="515" name="Google Shape;515;p75"/>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16" name="Google Shape;516;p75"/>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17" name="Google Shape;517;p75"/>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18" name="Google Shape;518;p75"/>
          <p:cNvSpPr>
            <a:spLocks noGrp="1"/>
          </p:cNvSpPr>
          <p:nvPr>
            <p:ph type="pic" idx="2"/>
          </p:nvPr>
        </p:nvSpPr>
        <p:spPr>
          <a:xfrm>
            <a:off x="109276" y="1329613"/>
            <a:ext cx="8925300" cy="3564000"/>
          </a:xfrm>
          <a:prstGeom prst="rect">
            <a:avLst/>
          </a:prstGeom>
          <a:gradFill>
            <a:gsLst>
              <a:gs pos="0">
                <a:srgbClr val="000000">
                  <a:alpha val="40000"/>
                </a:srgbClr>
              </a:gs>
              <a:gs pos="100000">
                <a:srgbClr val="000000">
                  <a:alpha val="20000"/>
                </a:srgbClr>
              </a:gs>
            </a:gsLst>
            <a:lin ang="5400012" scaled="0"/>
          </a:gradFill>
          <a:ln>
            <a:noFill/>
          </a:ln>
        </p:spPr>
      </p:sp>
      <p:sp>
        <p:nvSpPr>
          <p:cNvPr id="519" name="Google Shape;519;p75"/>
          <p:cNvSpPr txBox="1"/>
          <p:nvPr/>
        </p:nvSpPr>
        <p:spPr>
          <a:xfrm>
            <a:off x="-81176" y="-202172"/>
            <a:ext cx="9250500" cy="18582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11600"/>
              <a:buFont typeface="Arial"/>
              <a:buNone/>
            </a:pPr>
            <a:r>
              <a:rPr lang="es" sz="11600" b="1" i="0">
                <a:solidFill>
                  <a:schemeClr val="dk2"/>
                </a:solidFill>
                <a:latin typeface="Arial"/>
                <a:ea typeface="Arial"/>
                <a:cs typeface="Arial"/>
                <a:sym typeface="Arial"/>
              </a:rPr>
              <a:t>FOOTBALL</a:t>
            </a:r>
            <a:endParaRPr sz="110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Break Slide Title + Image (Apparel) 1">
  <p:cSld name="Break Slide Title + Image (Apparel) 1">
    <p:spTree>
      <p:nvGrpSpPr>
        <p:cNvPr id="1" name="Shape 520"/>
        <p:cNvGrpSpPr/>
        <p:nvPr/>
      </p:nvGrpSpPr>
      <p:grpSpPr>
        <a:xfrm>
          <a:off x="0" y="0"/>
          <a:ext cx="0" cy="0"/>
          <a:chOff x="0" y="0"/>
          <a:chExt cx="0" cy="0"/>
        </a:xfrm>
      </p:grpSpPr>
      <p:sp>
        <p:nvSpPr>
          <p:cNvPr id="521" name="Google Shape;521;p76"/>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2" name="Google Shape;522;p76"/>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3" name="Google Shape;523;p76"/>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24" name="Google Shape;524;p76"/>
          <p:cNvSpPr>
            <a:spLocks noGrp="1"/>
          </p:cNvSpPr>
          <p:nvPr>
            <p:ph type="pic" idx="2"/>
          </p:nvPr>
        </p:nvSpPr>
        <p:spPr>
          <a:xfrm>
            <a:off x="109276" y="1400783"/>
            <a:ext cx="8925300" cy="3492600"/>
          </a:xfrm>
          <a:prstGeom prst="rect">
            <a:avLst/>
          </a:prstGeom>
          <a:gradFill>
            <a:gsLst>
              <a:gs pos="0">
                <a:srgbClr val="000000">
                  <a:alpha val="40000"/>
                </a:srgbClr>
              </a:gs>
              <a:gs pos="100000">
                <a:srgbClr val="000000">
                  <a:alpha val="20000"/>
                </a:srgbClr>
              </a:gs>
            </a:gsLst>
            <a:lin ang="5400012" scaled="0"/>
          </a:gradFill>
          <a:ln>
            <a:noFill/>
          </a:ln>
        </p:spPr>
      </p:sp>
      <p:sp>
        <p:nvSpPr>
          <p:cNvPr id="525" name="Google Shape;525;p76"/>
          <p:cNvSpPr txBox="1"/>
          <p:nvPr/>
        </p:nvSpPr>
        <p:spPr>
          <a:xfrm>
            <a:off x="-53185" y="-231355"/>
            <a:ext cx="9250500" cy="18582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11100"/>
              <a:buFont typeface="Arial"/>
              <a:buNone/>
            </a:pPr>
            <a:r>
              <a:rPr lang="es" sz="11100" b="1" i="0">
                <a:solidFill>
                  <a:schemeClr val="dk2"/>
                </a:solidFill>
                <a:latin typeface="Arial"/>
                <a:ea typeface="Arial"/>
                <a:cs typeface="Arial"/>
                <a:sym typeface="Arial"/>
              </a:rPr>
              <a:t>APPAREL </a:t>
            </a:r>
            <a:endParaRPr sz="11100" b="1" i="0">
              <a:solidFill>
                <a:schemeClr val="dk2"/>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Break Slide Title + Image (Apparel) 2">
  <p:cSld name="Break Slide Title + Image (Apparel) 2">
    <p:spTree>
      <p:nvGrpSpPr>
        <p:cNvPr id="1" name="Shape 526"/>
        <p:cNvGrpSpPr/>
        <p:nvPr/>
      </p:nvGrpSpPr>
      <p:grpSpPr>
        <a:xfrm>
          <a:off x="0" y="0"/>
          <a:ext cx="0" cy="0"/>
          <a:chOff x="0" y="0"/>
          <a:chExt cx="0" cy="0"/>
        </a:xfrm>
      </p:grpSpPr>
      <p:sp>
        <p:nvSpPr>
          <p:cNvPr id="527" name="Google Shape;527;p77"/>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8" name="Google Shape;528;p77"/>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9" name="Google Shape;529;p77"/>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30" name="Google Shape;530;p77"/>
          <p:cNvSpPr txBox="1"/>
          <p:nvPr/>
        </p:nvSpPr>
        <p:spPr>
          <a:xfrm>
            <a:off x="109276" y="500063"/>
            <a:ext cx="6179700" cy="4643400"/>
          </a:xfrm>
          <a:prstGeom prst="rect">
            <a:avLst/>
          </a:prstGeom>
          <a:noFill/>
          <a:ln>
            <a:noFill/>
          </a:ln>
        </p:spPr>
        <p:txBody>
          <a:bodyPr spcFirstLastPara="1" wrap="square" lIns="0" tIns="0" rIns="0" bIns="0" anchor="ctr" anchorCtr="0">
            <a:noAutofit/>
          </a:bodyPr>
          <a:lstStyle/>
          <a:p>
            <a:pPr marL="0" marR="0" lvl="0" indent="0" algn="l" rtl="0">
              <a:lnSpc>
                <a:spcPct val="70000"/>
              </a:lnSpc>
              <a:spcBef>
                <a:spcPts val="0"/>
              </a:spcBef>
              <a:spcAft>
                <a:spcPts val="0"/>
              </a:spcAft>
              <a:buClr>
                <a:schemeClr val="dk2"/>
              </a:buClr>
              <a:buSzPts val="14900"/>
              <a:buFont typeface="Arial"/>
              <a:buNone/>
            </a:pPr>
            <a:r>
              <a:rPr lang="es" sz="14900" b="1" i="0">
                <a:solidFill>
                  <a:schemeClr val="dk2"/>
                </a:solidFill>
                <a:latin typeface="Arial"/>
                <a:ea typeface="Arial"/>
                <a:cs typeface="Arial"/>
                <a:sym typeface="Arial"/>
              </a:rPr>
              <a:t>AP</a:t>
            </a:r>
            <a:br>
              <a:rPr lang="es" sz="14900" b="1" i="0">
                <a:solidFill>
                  <a:schemeClr val="dk2"/>
                </a:solidFill>
                <a:latin typeface="Arial"/>
                <a:ea typeface="Arial"/>
                <a:cs typeface="Arial"/>
                <a:sym typeface="Arial"/>
              </a:rPr>
            </a:br>
            <a:r>
              <a:rPr lang="es" sz="14900" b="1" i="0">
                <a:solidFill>
                  <a:schemeClr val="dk2"/>
                </a:solidFill>
                <a:latin typeface="Arial"/>
                <a:ea typeface="Arial"/>
                <a:cs typeface="Arial"/>
                <a:sym typeface="Arial"/>
              </a:rPr>
              <a:t>PAR</a:t>
            </a:r>
            <a:br>
              <a:rPr lang="es" sz="14900" b="1" i="0">
                <a:solidFill>
                  <a:schemeClr val="dk2"/>
                </a:solidFill>
                <a:latin typeface="Arial"/>
                <a:ea typeface="Arial"/>
                <a:cs typeface="Arial"/>
                <a:sym typeface="Arial"/>
              </a:rPr>
            </a:br>
            <a:r>
              <a:rPr lang="es" sz="14900" b="1" i="0">
                <a:solidFill>
                  <a:schemeClr val="dk2"/>
                </a:solidFill>
                <a:latin typeface="Arial"/>
                <a:ea typeface="Arial"/>
                <a:cs typeface="Arial"/>
                <a:sym typeface="Arial"/>
              </a:rPr>
              <a:t>EL </a:t>
            </a:r>
            <a:endParaRPr sz="14900" b="1" i="0">
              <a:solidFill>
                <a:schemeClr val="dk2"/>
              </a:solidFill>
              <a:latin typeface="Arial"/>
              <a:ea typeface="Arial"/>
              <a:cs typeface="Arial"/>
              <a:sym typeface="Arial"/>
            </a:endParaRPr>
          </a:p>
        </p:txBody>
      </p:sp>
      <p:sp>
        <p:nvSpPr>
          <p:cNvPr id="531" name="Google Shape;531;p77"/>
          <p:cNvSpPr>
            <a:spLocks noGrp="1"/>
          </p:cNvSpPr>
          <p:nvPr>
            <p:ph type="pic" idx="2"/>
          </p:nvPr>
        </p:nvSpPr>
        <p:spPr>
          <a:xfrm>
            <a:off x="5676090" y="108357"/>
            <a:ext cx="3355500" cy="47850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Break Slide Title + Image (EvoShield)1 ">
  <p:cSld name="Break Slide Title + Image (EvoShield)1 ">
    <p:spTree>
      <p:nvGrpSpPr>
        <p:cNvPr id="1" name="Shape 532"/>
        <p:cNvGrpSpPr/>
        <p:nvPr/>
      </p:nvGrpSpPr>
      <p:grpSpPr>
        <a:xfrm>
          <a:off x="0" y="0"/>
          <a:ext cx="0" cy="0"/>
          <a:chOff x="0" y="0"/>
          <a:chExt cx="0" cy="0"/>
        </a:xfrm>
      </p:grpSpPr>
      <p:sp>
        <p:nvSpPr>
          <p:cNvPr id="533" name="Google Shape;533;p78"/>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4" name="Google Shape;534;p78"/>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5" name="Google Shape;535;p78"/>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36" name="Google Shape;536;p78"/>
          <p:cNvSpPr>
            <a:spLocks noGrp="1"/>
          </p:cNvSpPr>
          <p:nvPr>
            <p:ph type="pic" idx="2"/>
          </p:nvPr>
        </p:nvSpPr>
        <p:spPr>
          <a:xfrm>
            <a:off x="109276" y="1245637"/>
            <a:ext cx="8925300" cy="3647700"/>
          </a:xfrm>
          <a:prstGeom prst="rect">
            <a:avLst/>
          </a:prstGeom>
          <a:gradFill>
            <a:gsLst>
              <a:gs pos="0">
                <a:srgbClr val="000000">
                  <a:alpha val="40000"/>
                </a:srgbClr>
              </a:gs>
              <a:gs pos="100000">
                <a:srgbClr val="000000">
                  <a:alpha val="20000"/>
                </a:srgbClr>
              </a:gs>
            </a:gsLst>
            <a:lin ang="5400012" scaled="0"/>
          </a:gradFill>
          <a:ln>
            <a:noFill/>
          </a:ln>
        </p:spPr>
      </p:sp>
      <p:sp>
        <p:nvSpPr>
          <p:cNvPr id="537" name="Google Shape;537;p78"/>
          <p:cNvSpPr txBox="1"/>
          <p:nvPr/>
        </p:nvSpPr>
        <p:spPr>
          <a:xfrm>
            <a:off x="-131239" y="-177518"/>
            <a:ext cx="9322500" cy="17544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10700"/>
              <a:buFont typeface="Arial"/>
              <a:buNone/>
            </a:pPr>
            <a:r>
              <a:rPr lang="es" sz="10700" b="1" i="0">
                <a:solidFill>
                  <a:schemeClr val="dk2"/>
                </a:solidFill>
                <a:latin typeface="Arial"/>
                <a:ea typeface="Arial"/>
                <a:cs typeface="Arial"/>
                <a:sym typeface="Arial"/>
              </a:rPr>
              <a:t>EVOSHIELD</a:t>
            </a:r>
            <a:endParaRPr sz="110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4_Break Slide Title + Image (Evoshield)2">
  <p:cSld name="4_Break Slide Title + Image (Evoshield)2">
    <p:spTree>
      <p:nvGrpSpPr>
        <p:cNvPr id="1" name="Shape 538"/>
        <p:cNvGrpSpPr/>
        <p:nvPr/>
      </p:nvGrpSpPr>
      <p:grpSpPr>
        <a:xfrm>
          <a:off x="0" y="0"/>
          <a:ext cx="0" cy="0"/>
          <a:chOff x="0" y="0"/>
          <a:chExt cx="0" cy="0"/>
        </a:xfrm>
      </p:grpSpPr>
      <p:sp>
        <p:nvSpPr>
          <p:cNvPr id="539" name="Google Shape;539;p79"/>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40" name="Google Shape;540;p79"/>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41" name="Google Shape;541;p79"/>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42" name="Google Shape;542;p79"/>
          <p:cNvSpPr txBox="1"/>
          <p:nvPr/>
        </p:nvSpPr>
        <p:spPr>
          <a:xfrm>
            <a:off x="109276" y="500063"/>
            <a:ext cx="6179700" cy="4643400"/>
          </a:xfrm>
          <a:prstGeom prst="rect">
            <a:avLst/>
          </a:prstGeom>
          <a:noFill/>
          <a:ln>
            <a:noFill/>
          </a:ln>
        </p:spPr>
        <p:txBody>
          <a:bodyPr spcFirstLastPara="1" wrap="square" lIns="0" tIns="0" rIns="0" bIns="0" anchor="ctr" anchorCtr="0">
            <a:noAutofit/>
          </a:bodyPr>
          <a:lstStyle/>
          <a:p>
            <a:pPr marL="0" marR="0" lvl="0" indent="0" algn="l" rtl="0">
              <a:lnSpc>
                <a:spcPct val="70000"/>
              </a:lnSpc>
              <a:spcBef>
                <a:spcPts val="0"/>
              </a:spcBef>
              <a:spcAft>
                <a:spcPts val="0"/>
              </a:spcAft>
              <a:buClr>
                <a:schemeClr val="dk2"/>
              </a:buClr>
              <a:buSzPts val="14900"/>
              <a:buFont typeface="Arial"/>
              <a:buNone/>
            </a:pPr>
            <a:r>
              <a:rPr lang="es" sz="14900" b="1" i="0">
                <a:solidFill>
                  <a:schemeClr val="dk2"/>
                </a:solidFill>
                <a:latin typeface="Arial"/>
                <a:ea typeface="Arial"/>
                <a:cs typeface="Arial"/>
                <a:sym typeface="Arial"/>
              </a:rPr>
              <a:t>EVOSHI</a:t>
            </a:r>
            <a:br>
              <a:rPr lang="es" sz="14900" b="1" i="0">
                <a:solidFill>
                  <a:schemeClr val="dk2"/>
                </a:solidFill>
                <a:latin typeface="Arial"/>
                <a:ea typeface="Arial"/>
                <a:cs typeface="Arial"/>
                <a:sym typeface="Arial"/>
              </a:rPr>
            </a:br>
            <a:r>
              <a:rPr lang="es" sz="14900" b="1" i="0">
                <a:solidFill>
                  <a:schemeClr val="dk2"/>
                </a:solidFill>
                <a:latin typeface="Arial"/>
                <a:ea typeface="Arial"/>
                <a:cs typeface="Arial"/>
                <a:sym typeface="Arial"/>
              </a:rPr>
              <a:t>ELD</a:t>
            </a:r>
            <a:endParaRPr sz="1100"/>
          </a:p>
        </p:txBody>
      </p:sp>
      <p:sp>
        <p:nvSpPr>
          <p:cNvPr id="543" name="Google Shape;543;p79"/>
          <p:cNvSpPr>
            <a:spLocks noGrp="1"/>
          </p:cNvSpPr>
          <p:nvPr>
            <p:ph type="pic" idx="2"/>
          </p:nvPr>
        </p:nvSpPr>
        <p:spPr>
          <a:xfrm>
            <a:off x="5676090" y="108357"/>
            <a:ext cx="3355500" cy="4785000"/>
          </a:xfrm>
          <a:prstGeom prst="rect">
            <a:avLst/>
          </a:prstGeom>
          <a:gradFill>
            <a:gsLst>
              <a:gs pos="0">
                <a:srgbClr val="000000">
                  <a:alpha val="40000"/>
                </a:srgbClr>
              </a:gs>
              <a:gs pos="100000">
                <a:srgbClr val="000000">
                  <a:alpha val="20000"/>
                </a:srgbClr>
              </a:gs>
            </a:gsLst>
            <a:lin ang="5400012" scaled="0"/>
          </a:grad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Break Slide Title + Image (DeMarini)">
  <p:cSld name="Break Slide Title + Image (DeMarini)">
    <p:spTree>
      <p:nvGrpSpPr>
        <p:cNvPr id="1" name="Shape 544"/>
        <p:cNvGrpSpPr/>
        <p:nvPr/>
      </p:nvGrpSpPr>
      <p:grpSpPr>
        <a:xfrm>
          <a:off x="0" y="0"/>
          <a:ext cx="0" cy="0"/>
          <a:chOff x="0" y="0"/>
          <a:chExt cx="0" cy="0"/>
        </a:xfrm>
      </p:grpSpPr>
      <p:sp>
        <p:nvSpPr>
          <p:cNvPr id="545" name="Google Shape;545;p80"/>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46" name="Google Shape;546;p80"/>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47" name="Google Shape;547;p80"/>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48" name="Google Shape;548;p80"/>
          <p:cNvSpPr>
            <a:spLocks noGrp="1"/>
          </p:cNvSpPr>
          <p:nvPr>
            <p:ph type="pic" idx="2"/>
          </p:nvPr>
        </p:nvSpPr>
        <p:spPr>
          <a:xfrm>
            <a:off x="109276" y="1357604"/>
            <a:ext cx="8925300" cy="3535800"/>
          </a:xfrm>
          <a:prstGeom prst="rect">
            <a:avLst/>
          </a:prstGeom>
          <a:gradFill>
            <a:gsLst>
              <a:gs pos="0">
                <a:srgbClr val="000000">
                  <a:alpha val="40000"/>
                </a:srgbClr>
              </a:gs>
              <a:gs pos="100000">
                <a:srgbClr val="000000">
                  <a:alpha val="20000"/>
                </a:srgbClr>
              </a:gs>
            </a:gsLst>
            <a:lin ang="5400012" scaled="0"/>
          </a:gradFill>
          <a:ln>
            <a:noFill/>
          </a:ln>
        </p:spPr>
      </p:sp>
      <p:sp>
        <p:nvSpPr>
          <p:cNvPr id="549" name="Google Shape;549;p80"/>
          <p:cNvSpPr txBox="1"/>
          <p:nvPr/>
        </p:nvSpPr>
        <p:spPr>
          <a:xfrm>
            <a:off x="-250871" y="-235279"/>
            <a:ext cx="9648000" cy="18582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10500"/>
              <a:buFont typeface="Arial"/>
              <a:buNone/>
            </a:pPr>
            <a:r>
              <a:rPr lang="es" sz="10500" b="1" i="0">
                <a:solidFill>
                  <a:schemeClr val="dk2"/>
                </a:solidFill>
                <a:latin typeface="Arial"/>
                <a:ea typeface="Arial"/>
                <a:cs typeface="Arial"/>
                <a:sym typeface="Arial"/>
              </a:rPr>
              <a:t>DE</a:t>
            </a:r>
            <a:r>
              <a:rPr lang="es" sz="1800" b="1" i="0">
                <a:solidFill>
                  <a:schemeClr val="dk2"/>
                </a:solidFill>
                <a:latin typeface="Arial"/>
                <a:ea typeface="Arial"/>
                <a:cs typeface="Arial"/>
                <a:sym typeface="Arial"/>
              </a:rPr>
              <a:t> </a:t>
            </a:r>
            <a:r>
              <a:rPr lang="es" sz="10500" b="1" i="0">
                <a:solidFill>
                  <a:schemeClr val="dk2"/>
                </a:solidFill>
                <a:latin typeface="Arial"/>
                <a:ea typeface="Arial"/>
                <a:cs typeface="Arial"/>
                <a:sym typeface="Arial"/>
              </a:rPr>
              <a:t>MARINI</a:t>
            </a:r>
            <a:endParaRPr sz="110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Break Slide Title + Image (LouSlugg)">
  <p:cSld name="Break Slide Title + Image (LouSlugg)">
    <p:spTree>
      <p:nvGrpSpPr>
        <p:cNvPr id="1" name="Shape 550"/>
        <p:cNvGrpSpPr/>
        <p:nvPr/>
      </p:nvGrpSpPr>
      <p:grpSpPr>
        <a:xfrm>
          <a:off x="0" y="0"/>
          <a:ext cx="0" cy="0"/>
          <a:chOff x="0" y="0"/>
          <a:chExt cx="0" cy="0"/>
        </a:xfrm>
      </p:grpSpPr>
      <p:sp>
        <p:nvSpPr>
          <p:cNvPr id="551" name="Google Shape;551;p81"/>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2" name="Google Shape;552;p81"/>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3" name="Google Shape;553;p81"/>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54" name="Google Shape;554;p81"/>
          <p:cNvSpPr>
            <a:spLocks noGrp="1"/>
          </p:cNvSpPr>
          <p:nvPr>
            <p:ph type="pic" idx="2"/>
          </p:nvPr>
        </p:nvSpPr>
        <p:spPr>
          <a:xfrm>
            <a:off x="109276" y="868563"/>
            <a:ext cx="8925300" cy="4024800"/>
          </a:xfrm>
          <a:prstGeom prst="rect">
            <a:avLst/>
          </a:prstGeom>
          <a:gradFill>
            <a:gsLst>
              <a:gs pos="0">
                <a:srgbClr val="000000">
                  <a:alpha val="40000"/>
                </a:srgbClr>
              </a:gs>
              <a:gs pos="100000">
                <a:srgbClr val="000000">
                  <a:alpha val="20000"/>
                </a:srgbClr>
              </a:gs>
            </a:gsLst>
            <a:lin ang="5400012" scaled="0"/>
          </a:gradFill>
          <a:ln>
            <a:noFill/>
          </a:ln>
        </p:spPr>
      </p:sp>
      <p:sp>
        <p:nvSpPr>
          <p:cNvPr id="555" name="Google Shape;555;p81"/>
          <p:cNvSpPr txBox="1"/>
          <p:nvPr/>
        </p:nvSpPr>
        <p:spPr>
          <a:xfrm>
            <a:off x="-12940" y="-319772"/>
            <a:ext cx="9144000" cy="1500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4800"/>
              <a:buFont typeface="Arial"/>
              <a:buNone/>
            </a:pPr>
            <a:r>
              <a:rPr lang="es" sz="4800" b="1" i="0">
                <a:solidFill>
                  <a:schemeClr val="dk2"/>
                </a:solidFill>
                <a:latin typeface="Arial"/>
                <a:ea typeface="Arial"/>
                <a:cs typeface="Arial"/>
                <a:sym typeface="Arial"/>
              </a:rPr>
              <a:t>LOUISVILLE SLUGGER </a:t>
            </a:r>
            <a:endParaRPr sz="4800" b="1" i="0">
              <a:solidFill>
                <a:schemeClr val="dk2"/>
              </a:solidFill>
              <a:latin typeface="Arial"/>
              <a:ea typeface="Arial"/>
              <a:cs typeface="Arial"/>
              <a:sym typeface="Aria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Break Slide Title + Image (ATEC)">
  <p:cSld name="Break Slide Title + Image (ATEC)">
    <p:spTree>
      <p:nvGrpSpPr>
        <p:cNvPr id="1" name="Shape 556"/>
        <p:cNvGrpSpPr/>
        <p:nvPr/>
      </p:nvGrpSpPr>
      <p:grpSpPr>
        <a:xfrm>
          <a:off x="0" y="0"/>
          <a:ext cx="0" cy="0"/>
          <a:chOff x="0" y="0"/>
          <a:chExt cx="0" cy="0"/>
        </a:xfrm>
      </p:grpSpPr>
      <p:sp>
        <p:nvSpPr>
          <p:cNvPr id="557" name="Google Shape;557;p82"/>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8" name="Google Shape;558;p82"/>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9" name="Google Shape;559;p82"/>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
        <p:nvSpPr>
          <p:cNvPr id="560" name="Google Shape;560;p82"/>
          <p:cNvSpPr>
            <a:spLocks noGrp="1"/>
          </p:cNvSpPr>
          <p:nvPr>
            <p:ph type="pic" idx="2"/>
          </p:nvPr>
        </p:nvSpPr>
        <p:spPr>
          <a:xfrm>
            <a:off x="109276" y="1569063"/>
            <a:ext cx="8925300" cy="3324300"/>
          </a:xfrm>
          <a:prstGeom prst="rect">
            <a:avLst/>
          </a:prstGeom>
          <a:gradFill>
            <a:gsLst>
              <a:gs pos="0">
                <a:srgbClr val="000000">
                  <a:alpha val="40000"/>
                </a:srgbClr>
              </a:gs>
              <a:gs pos="100000">
                <a:srgbClr val="000000">
                  <a:alpha val="20000"/>
                </a:srgbClr>
              </a:gs>
            </a:gsLst>
            <a:lin ang="5400012" scaled="0"/>
          </a:gradFill>
          <a:ln>
            <a:noFill/>
          </a:ln>
        </p:spPr>
      </p:sp>
      <p:sp>
        <p:nvSpPr>
          <p:cNvPr id="561" name="Google Shape;561;p82"/>
          <p:cNvSpPr txBox="1"/>
          <p:nvPr/>
        </p:nvSpPr>
        <p:spPr>
          <a:xfrm>
            <a:off x="144761" y="-272567"/>
            <a:ext cx="9741000" cy="2319900"/>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chemeClr val="dk2"/>
              </a:buClr>
              <a:buSzPts val="14600"/>
              <a:buFont typeface="Arial"/>
              <a:buNone/>
            </a:pPr>
            <a:r>
              <a:rPr lang="es" sz="14600" b="1" i="0">
                <a:solidFill>
                  <a:schemeClr val="dk2"/>
                </a:solidFill>
                <a:latin typeface="Arial"/>
                <a:ea typeface="Arial"/>
                <a:cs typeface="Arial"/>
                <a:sym typeface="Arial"/>
              </a:rPr>
              <a:t>ATEC</a:t>
            </a:r>
            <a:endParaRPr sz="110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Logo">
  <p:cSld name="Logo">
    <p:spTree>
      <p:nvGrpSpPr>
        <p:cNvPr id="1" name="Shape 562"/>
        <p:cNvGrpSpPr/>
        <p:nvPr/>
      </p:nvGrpSpPr>
      <p:grpSpPr>
        <a:xfrm>
          <a:off x="0" y="0"/>
          <a:ext cx="0" cy="0"/>
          <a:chOff x="0" y="0"/>
          <a:chExt cx="0" cy="0"/>
        </a:xfrm>
      </p:grpSpPr>
      <p:sp>
        <p:nvSpPr>
          <p:cNvPr id="563" name="Google Shape;563;p83"/>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64" name="Google Shape;564;p83"/>
          <p:cNvSpPr/>
          <p:nvPr/>
        </p:nvSpPr>
        <p:spPr>
          <a:xfrm>
            <a:off x="109998" y="108358"/>
            <a:ext cx="8924100" cy="49269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65" name="Google Shape;565;p83"/>
          <p:cNvSpPr/>
          <p:nvPr/>
        </p:nvSpPr>
        <p:spPr>
          <a:xfrm>
            <a:off x="3140440" y="2227123"/>
            <a:ext cx="2863120" cy="689254"/>
          </a:xfrm>
          <a:custGeom>
            <a:avLst/>
            <a:gdLst/>
            <a:ahLst/>
            <a:cxnLst/>
            <a:rect l="l" t="t" r="r" b="b"/>
            <a:pathLst>
              <a:path w="3549" h="853" extrusionOk="0">
                <a:moveTo>
                  <a:pt x="300" y="592"/>
                </a:moveTo>
                <a:cubicBezTo>
                  <a:pt x="300" y="666"/>
                  <a:pt x="374" y="666"/>
                  <a:pt x="374" y="666"/>
                </a:cubicBezTo>
                <a:cubicBezTo>
                  <a:pt x="449" y="666"/>
                  <a:pt x="449" y="592"/>
                  <a:pt x="449" y="592"/>
                </a:cubicBezTo>
                <a:cubicBezTo>
                  <a:pt x="449" y="175"/>
                  <a:pt x="449" y="175"/>
                  <a:pt x="449" y="175"/>
                </a:cubicBezTo>
                <a:cubicBezTo>
                  <a:pt x="360" y="175"/>
                  <a:pt x="360" y="175"/>
                  <a:pt x="360" y="175"/>
                </a:cubicBezTo>
                <a:cubicBezTo>
                  <a:pt x="360" y="39"/>
                  <a:pt x="360" y="39"/>
                  <a:pt x="360" y="39"/>
                </a:cubicBezTo>
                <a:cubicBezTo>
                  <a:pt x="660" y="39"/>
                  <a:pt x="660" y="39"/>
                  <a:pt x="660" y="39"/>
                </a:cubicBezTo>
                <a:cubicBezTo>
                  <a:pt x="660" y="602"/>
                  <a:pt x="660" y="602"/>
                  <a:pt x="660" y="602"/>
                </a:cubicBezTo>
                <a:cubicBezTo>
                  <a:pt x="658" y="664"/>
                  <a:pt x="709" y="666"/>
                  <a:pt x="709" y="666"/>
                </a:cubicBezTo>
                <a:cubicBezTo>
                  <a:pt x="767" y="666"/>
                  <a:pt x="794" y="602"/>
                  <a:pt x="794" y="602"/>
                </a:cubicBezTo>
                <a:cubicBezTo>
                  <a:pt x="837" y="513"/>
                  <a:pt x="833" y="428"/>
                  <a:pt x="833" y="428"/>
                </a:cubicBezTo>
                <a:cubicBezTo>
                  <a:pt x="833" y="286"/>
                  <a:pt x="794" y="175"/>
                  <a:pt x="794" y="175"/>
                </a:cubicBezTo>
                <a:cubicBezTo>
                  <a:pt x="720" y="175"/>
                  <a:pt x="720" y="175"/>
                  <a:pt x="720" y="175"/>
                </a:cubicBezTo>
                <a:cubicBezTo>
                  <a:pt x="720" y="39"/>
                  <a:pt x="720" y="39"/>
                  <a:pt x="720" y="39"/>
                </a:cubicBezTo>
                <a:cubicBezTo>
                  <a:pt x="967" y="39"/>
                  <a:pt x="967" y="39"/>
                  <a:pt x="967" y="39"/>
                </a:cubicBezTo>
                <a:cubicBezTo>
                  <a:pt x="1020" y="170"/>
                  <a:pt x="1024" y="394"/>
                  <a:pt x="1024" y="394"/>
                </a:cubicBezTo>
                <a:cubicBezTo>
                  <a:pt x="1026" y="693"/>
                  <a:pt x="882" y="789"/>
                  <a:pt x="882" y="789"/>
                </a:cubicBezTo>
                <a:cubicBezTo>
                  <a:pt x="812" y="853"/>
                  <a:pt x="709" y="843"/>
                  <a:pt x="709" y="843"/>
                </a:cubicBezTo>
                <a:cubicBezTo>
                  <a:pt x="600" y="843"/>
                  <a:pt x="543" y="750"/>
                  <a:pt x="543" y="750"/>
                </a:cubicBezTo>
                <a:cubicBezTo>
                  <a:pt x="475" y="845"/>
                  <a:pt x="360" y="843"/>
                  <a:pt x="360" y="843"/>
                </a:cubicBezTo>
                <a:cubicBezTo>
                  <a:pt x="89" y="843"/>
                  <a:pt x="89" y="586"/>
                  <a:pt x="89" y="586"/>
                </a:cubicBezTo>
                <a:cubicBezTo>
                  <a:pt x="89" y="175"/>
                  <a:pt x="89" y="175"/>
                  <a:pt x="89" y="175"/>
                </a:cubicBezTo>
                <a:cubicBezTo>
                  <a:pt x="0" y="175"/>
                  <a:pt x="0" y="175"/>
                  <a:pt x="0" y="175"/>
                </a:cubicBezTo>
                <a:cubicBezTo>
                  <a:pt x="0" y="39"/>
                  <a:pt x="0" y="39"/>
                  <a:pt x="0" y="39"/>
                </a:cubicBezTo>
                <a:cubicBezTo>
                  <a:pt x="300" y="39"/>
                  <a:pt x="300" y="39"/>
                  <a:pt x="300" y="39"/>
                </a:cubicBezTo>
                <a:lnTo>
                  <a:pt x="300" y="592"/>
                </a:lnTo>
                <a:close/>
                <a:moveTo>
                  <a:pt x="1212" y="100"/>
                </a:moveTo>
                <a:cubicBezTo>
                  <a:pt x="1085" y="100"/>
                  <a:pt x="1086" y="197"/>
                  <a:pt x="1086" y="197"/>
                </a:cubicBezTo>
                <a:cubicBezTo>
                  <a:pt x="1086" y="293"/>
                  <a:pt x="1212" y="293"/>
                  <a:pt x="1212" y="293"/>
                </a:cubicBezTo>
                <a:cubicBezTo>
                  <a:pt x="1337" y="293"/>
                  <a:pt x="1337" y="197"/>
                  <a:pt x="1337" y="197"/>
                </a:cubicBezTo>
                <a:cubicBezTo>
                  <a:pt x="1337" y="100"/>
                  <a:pt x="1212" y="100"/>
                  <a:pt x="1212" y="100"/>
                </a:cubicBezTo>
                <a:moveTo>
                  <a:pt x="1637" y="405"/>
                </a:moveTo>
                <a:cubicBezTo>
                  <a:pt x="1637" y="405"/>
                  <a:pt x="1628" y="413"/>
                  <a:pt x="1628" y="388"/>
                </a:cubicBezTo>
                <a:cubicBezTo>
                  <a:pt x="1628" y="215"/>
                  <a:pt x="1628" y="215"/>
                  <a:pt x="1628" y="215"/>
                </a:cubicBezTo>
                <a:cubicBezTo>
                  <a:pt x="1628" y="215"/>
                  <a:pt x="1628" y="172"/>
                  <a:pt x="1643" y="148"/>
                </a:cubicBezTo>
                <a:cubicBezTo>
                  <a:pt x="1643" y="148"/>
                  <a:pt x="1659" y="121"/>
                  <a:pt x="1679" y="121"/>
                </a:cubicBezTo>
                <a:cubicBezTo>
                  <a:pt x="1679" y="121"/>
                  <a:pt x="1696" y="120"/>
                  <a:pt x="1707" y="143"/>
                </a:cubicBezTo>
                <a:cubicBezTo>
                  <a:pt x="1707" y="143"/>
                  <a:pt x="1716" y="165"/>
                  <a:pt x="1716" y="189"/>
                </a:cubicBezTo>
                <a:cubicBezTo>
                  <a:pt x="1716" y="189"/>
                  <a:pt x="1715" y="225"/>
                  <a:pt x="1707" y="251"/>
                </a:cubicBezTo>
                <a:cubicBezTo>
                  <a:pt x="1707" y="251"/>
                  <a:pt x="1680" y="345"/>
                  <a:pt x="1645" y="395"/>
                </a:cubicBezTo>
                <a:cubicBezTo>
                  <a:pt x="1645" y="395"/>
                  <a:pt x="1641" y="402"/>
                  <a:pt x="1637" y="405"/>
                </a:cubicBezTo>
                <a:moveTo>
                  <a:pt x="1911" y="588"/>
                </a:moveTo>
                <a:cubicBezTo>
                  <a:pt x="1911" y="588"/>
                  <a:pt x="1924" y="560"/>
                  <a:pt x="1938" y="518"/>
                </a:cubicBezTo>
                <a:cubicBezTo>
                  <a:pt x="1938" y="518"/>
                  <a:pt x="1942" y="507"/>
                  <a:pt x="1946" y="507"/>
                </a:cubicBezTo>
                <a:cubicBezTo>
                  <a:pt x="1946" y="507"/>
                  <a:pt x="1950" y="505"/>
                  <a:pt x="1955" y="516"/>
                </a:cubicBezTo>
                <a:cubicBezTo>
                  <a:pt x="1955" y="516"/>
                  <a:pt x="1964" y="536"/>
                  <a:pt x="1973" y="551"/>
                </a:cubicBezTo>
                <a:cubicBezTo>
                  <a:pt x="1973" y="551"/>
                  <a:pt x="1989" y="581"/>
                  <a:pt x="1997" y="598"/>
                </a:cubicBezTo>
                <a:cubicBezTo>
                  <a:pt x="1997" y="598"/>
                  <a:pt x="2007" y="617"/>
                  <a:pt x="2007" y="631"/>
                </a:cubicBezTo>
                <a:cubicBezTo>
                  <a:pt x="2007" y="631"/>
                  <a:pt x="2007" y="652"/>
                  <a:pt x="1993" y="671"/>
                </a:cubicBezTo>
                <a:cubicBezTo>
                  <a:pt x="1993" y="671"/>
                  <a:pt x="1980" y="693"/>
                  <a:pt x="1952" y="693"/>
                </a:cubicBezTo>
                <a:cubicBezTo>
                  <a:pt x="1952" y="693"/>
                  <a:pt x="1929" y="693"/>
                  <a:pt x="1915" y="681"/>
                </a:cubicBezTo>
                <a:cubicBezTo>
                  <a:pt x="1915" y="681"/>
                  <a:pt x="1901" y="673"/>
                  <a:pt x="1892" y="658"/>
                </a:cubicBezTo>
                <a:cubicBezTo>
                  <a:pt x="1892" y="658"/>
                  <a:pt x="1888" y="652"/>
                  <a:pt x="1887" y="645"/>
                </a:cubicBezTo>
                <a:cubicBezTo>
                  <a:pt x="1887" y="645"/>
                  <a:pt x="1888" y="638"/>
                  <a:pt x="1892" y="632"/>
                </a:cubicBezTo>
                <a:cubicBezTo>
                  <a:pt x="1892" y="632"/>
                  <a:pt x="1903" y="609"/>
                  <a:pt x="1911" y="588"/>
                </a:cubicBezTo>
                <a:moveTo>
                  <a:pt x="1063" y="403"/>
                </a:moveTo>
                <a:cubicBezTo>
                  <a:pt x="1105" y="403"/>
                  <a:pt x="1103" y="430"/>
                  <a:pt x="1103" y="430"/>
                </a:cubicBezTo>
                <a:cubicBezTo>
                  <a:pt x="1103" y="714"/>
                  <a:pt x="1103" y="714"/>
                  <a:pt x="1103" y="714"/>
                </a:cubicBezTo>
                <a:cubicBezTo>
                  <a:pt x="1103" y="768"/>
                  <a:pt x="1143" y="803"/>
                  <a:pt x="1143" y="803"/>
                </a:cubicBezTo>
                <a:cubicBezTo>
                  <a:pt x="1179" y="840"/>
                  <a:pt x="1248" y="839"/>
                  <a:pt x="1248" y="839"/>
                </a:cubicBezTo>
                <a:cubicBezTo>
                  <a:pt x="1324" y="839"/>
                  <a:pt x="1367" y="799"/>
                  <a:pt x="1367" y="799"/>
                </a:cubicBezTo>
                <a:cubicBezTo>
                  <a:pt x="1407" y="772"/>
                  <a:pt x="1439" y="734"/>
                  <a:pt x="1439" y="734"/>
                </a:cubicBezTo>
                <a:cubicBezTo>
                  <a:pt x="1443" y="730"/>
                  <a:pt x="1448" y="729"/>
                  <a:pt x="1448" y="729"/>
                </a:cubicBezTo>
                <a:cubicBezTo>
                  <a:pt x="1454" y="729"/>
                  <a:pt x="1456" y="735"/>
                  <a:pt x="1456" y="735"/>
                </a:cubicBezTo>
                <a:cubicBezTo>
                  <a:pt x="1463" y="770"/>
                  <a:pt x="1499" y="799"/>
                  <a:pt x="1499" y="799"/>
                </a:cubicBezTo>
                <a:cubicBezTo>
                  <a:pt x="1540" y="839"/>
                  <a:pt x="1608" y="839"/>
                  <a:pt x="1608" y="839"/>
                </a:cubicBezTo>
                <a:cubicBezTo>
                  <a:pt x="1683" y="839"/>
                  <a:pt x="1735" y="802"/>
                  <a:pt x="1735" y="802"/>
                </a:cubicBezTo>
                <a:cubicBezTo>
                  <a:pt x="1773" y="780"/>
                  <a:pt x="1810" y="741"/>
                  <a:pt x="1810" y="741"/>
                </a:cubicBezTo>
                <a:cubicBezTo>
                  <a:pt x="1814" y="737"/>
                  <a:pt x="1820" y="737"/>
                  <a:pt x="1820" y="737"/>
                </a:cubicBezTo>
                <a:cubicBezTo>
                  <a:pt x="1827" y="737"/>
                  <a:pt x="1830" y="741"/>
                  <a:pt x="1830" y="741"/>
                </a:cubicBezTo>
                <a:cubicBezTo>
                  <a:pt x="1857" y="778"/>
                  <a:pt x="1919" y="811"/>
                  <a:pt x="1919" y="811"/>
                </a:cubicBezTo>
                <a:cubicBezTo>
                  <a:pt x="1969" y="839"/>
                  <a:pt x="2025" y="839"/>
                  <a:pt x="2025" y="839"/>
                </a:cubicBezTo>
                <a:cubicBezTo>
                  <a:pt x="2107" y="839"/>
                  <a:pt x="2162" y="770"/>
                  <a:pt x="2162" y="770"/>
                </a:cubicBezTo>
                <a:cubicBezTo>
                  <a:pt x="2211" y="721"/>
                  <a:pt x="2212" y="650"/>
                  <a:pt x="2212" y="650"/>
                </a:cubicBezTo>
                <a:cubicBezTo>
                  <a:pt x="2212" y="579"/>
                  <a:pt x="2174" y="522"/>
                  <a:pt x="2174" y="522"/>
                </a:cubicBezTo>
                <a:cubicBezTo>
                  <a:pt x="2159" y="495"/>
                  <a:pt x="2108" y="423"/>
                  <a:pt x="2108" y="423"/>
                </a:cubicBezTo>
                <a:cubicBezTo>
                  <a:pt x="2073" y="374"/>
                  <a:pt x="2066" y="346"/>
                  <a:pt x="2066" y="346"/>
                </a:cubicBezTo>
                <a:cubicBezTo>
                  <a:pt x="2061" y="328"/>
                  <a:pt x="2060" y="310"/>
                  <a:pt x="2060" y="310"/>
                </a:cubicBezTo>
                <a:cubicBezTo>
                  <a:pt x="1880" y="310"/>
                  <a:pt x="1880" y="310"/>
                  <a:pt x="1880" y="310"/>
                </a:cubicBezTo>
                <a:cubicBezTo>
                  <a:pt x="1878" y="421"/>
                  <a:pt x="1836" y="513"/>
                  <a:pt x="1836" y="513"/>
                </a:cubicBezTo>
                <a:cubicBezTo>
                  <a:pt x="1809" y="589"/>
                  <a:pt x="1759" y="636"/>
                  <a:pt x="1759" y="636"/>
                </a:cubicBezTo>
                <a:cubicBezTo>
                  <a:pt x="1725" y="673"/>
                  <a:pt x="1682" y="674"/>
                  <a:pt x="1682" y="674"/>
                </a:cubicBezTo>
                <a:cubicBezTo>
                  <a:pt x="1632" y="674"/>
                  <a:pt x="1635" y="628"/>
                  <a:pt x="1635" y="628"/>
                </a:cubicBezTo>
                <a:cubicBezTo>
                  <a:pt x="1635" y="600"/>
                  <a:pt x="1654" y="579"/>
                  <a:pt x="1654" y="579"/>
                </a:cubicBezTo>
                <a:cubicBezTo>
                  <a:pt x="1679" y="544"/>
                  <a:pt x="1705" y="503"/>
                  <a:pt x="1705" y="503"/>
                </a:cubicBezTo>
                <a:cubicBezTo>
                  <a:pt x="1739" y="451"/>
                  <a:pt x="1770" y="394"/>
                  <a:pt x="1770" y="394"/>
                </a:cubicBezTo>
                <a:cubicBezTo>
                  <a:pt x="1840" y="270"/>
                  <a:pt x="1830" y="184"/>
                  <a:pt x="1830" y="184"/>
                </a:cubicBezTo>
                <a:cubicBezTo>
                  <a:pt x="1830" y="0"/>
                  <a:pt x="1641" y="6"/>
                  <a:pt x="1641" y="6"/>
                </a:cubicBezTo>
                <a:cubicBezTo>
                  <a:pt x="1450" y="6"/>
                  <a:pt x="1445" y="148"/>
                  <a:pt x="1445" y="148"/>
                </a:cubicBezTo>
                <a:cubicBezTo>
                  <a:pt x="1445" y="540"/>
                  <a:pt x="1445" y="540"/>
                  <a:pt x="1445" y="540"/>
                </a:cubicBezTo>
                <a:cubicBezTo>
                  <a:pt x="1445" y="579"/>
                  <a:pt x="1408" y="626"/>
                  <a:pt x="1408" y="626"/>
                </a:cubicBezTo>
                <a:cubicBezTo>
                  <a:pt x="1384" y="666"/>
                  <a:pt x="1342" y="671"/>
                  <a:pt x="1342" y="671"/>
                </a:cubicBezTo>
                <a:cubicBezTo>
                  <a:pt x="1308" y="671"/>
                  <a:pt x="1308" y="634"/>
                  <a:pt x="1308" y="634"/>
                </a:cubicBezTo>
                <a:cubicBezTo>
                  <a:pt x="1308" y="310"/>
                  <a:pt x="1308" y="310"/>
                  <a:pt x="1308" y="310"/>
                </a:cubicBezTo>
                <a:cubicBezTo>
                  <a:pt x="1063" y="310"/>
                  <a:pt x="1063" y="310"/>
                  <a:pt x="1063" y="310"/>
                </a:cubicBezTo>
                <a:lnTo>
                  <a:pt x="1063" y="403"/>
                </a:lnTo>
                <a:close/>
                <a:moveTo>
                  <a:pt x="2494" y="701"/>
                </a:moveTo>
                <a:cubicBezTo>
                  <a:pt x="2494" y="701"/>
                  <a:pt x="2460" y="702"/>
                  <a:pt x="2448" y="676"/>
                </a:cubicBezTo>
                <a:cubicBezTo>
                  <a:pt x="2448" y="676"/>
                  <a:pt x="2433" y="648"/>
                  <a:pt x="2430" y="570"/>
                </a:cubicBezTo>
                <a:cubicBezTo>
                  <a:pt x="2430" y="569"/>
                  <a:pt x="2430" y="569"/>
                  <a:pt x="2430" y="569"/>
                </a:cubicBezTo>
                <a:cubicBezTo>
                  <a:pt x="2433" y="491"/>
                  <a:pt x="2448" y="463"/>
                  <a:pt x="2448" y="463"/>
                </a:cubicBezTo>
                <a:cubicBezTo>
                  <a:pt x="2460" y="437"/>
                  <a:pt x="2494" y="439"/>
                  <a:pt x="2494" y="439"/>
                </a:cubicBezTo>
                <a:cubicBezTo>
                  <a:pt x="2495" y="439"/>
                  <a:pt x="2495" y="439"/>
                  <a:pt x="2495" y="439"/>
                </a:cubicBezTo>
                <a:cubicBezTo>
                  <a:pt x="2495" y="439"/>
                  <a:pt x="2529" y="437"/>
                  <a:pt x="2541" y="463"/>
                </a:cubicBezTo>
                <a:cubicBezTo>
                  <a:pt x="2541" y="463"/>
                  <a:pt x="2556" y="491"/>
                  <a:pt x="2559" y="569"/>
                </a:cubicBezTo>
                <a:cubicBezTo>
                  <a:pt x="2559" y="570"/>
                  <a:pt x="2559" y="570"/>
                  <a:pt x="2559" y="570"/>
                </a:cubicBezTo>
                <a:cubicBezTo>
                  <a:pt x="2556" y="648"/>
                  <a:pt x="2541" y="676"/>
                  <a:pt x="2541" y="676"/>
                </a:cubicBezTo>
                <a:cubicBezTo>
                  <a:pt x="2529" y="702"/>
                  <a:pt x="2495" y="701"/>
                  <a:pt x="2495" y="701"/>
                </a:cubicBezTo>
                <a:lnTo>
                  <a:pt x="2494" y="701"/>
                </a:lnTo>
                <a:close/>
                <a:moveTo>
                  <a:pt x="2226" y="569"/>
                </a:moveTo>
                <a:cubicBezTo>
                  <a:pt x="2226" y="700"/>
                  <a:pt x="2313" y="771"/>
                  <a:pt x="2313" y="771"/>
                </a:cubicBezTo>
                <a:cubicBezTo>
                  <a:pt x="2381" y="839"/>
                  <a:pt x="2499" y="839"/>
                  <a:pt x="2499" y="839"/>
                </a:cubicBezTo>
                <a:cubicBezTo>
                  <a:pt x="2619" y="839"/>
                  <a:pt x="2690" y="762"/>
                  <a:pt x="2690" y="762"/>
                </a:cubicBezTo>
                <a:cubicBezTo>
                  <a:pt x="2764" y="694"/>
                  <a:pt x="2763" y="578"/>
                  <a:pt x="2763" y="578"/>
                </a:cubicBezTo>
                <a:cubicBezTo>
                  <a:pt x="2763" y="553"/>
                  <a:pt x="2759" y="531"/>
                  <a:pt x="2759" y="531"/>
                </a:cubicBezTo>
                <a:cubicBezTo>
                  <a:pt x="2754" y="517"/>
                  <a:pt x="2764" y="508"/>
                  <a:pt x="2764" y="508"/>
                </a:cubicBezTo>
                <a:cubicBezTo>
                  <a:pt x="2777" y="492"/>
                  <a:pt x="2799" y="489"/>
                  <a:pt x="2799" y="489"/>
                </a:cubicBezTo>
                <a:cubicBezTo>
                  <a:pt x="2822" y="489"/>
                  <a:pt x="2823" y="519"/>
                  <a:pt x="2823" y="519"/>
                </a:cubicBezTo>
                <a:cubicBezTo>
                  <a:pt x="2823" y="835"/>
                  <a:pt x="2823" y="835"/>
                  <a:pt x="2823" y="835"/>
                </a:cubicBezTo>
                <a:cubicBezTo>
                  <a:pt x="3027" y="835"/>
                  <a:pt x="3027" y="835"/>
                  <a:pt x="3027" y="835"/>
                </a:cubicBezTo>
                <a:cubicBezTo>
                  <a:pt x="3027" y="527"/>
                  <a:pt x="3027" y="527"/>
                  <a:pt x="3027" y="527"/>
                </a:cubicBezTo>
                <a:cubicBezTo>
                  <a:pt x="3027" y="478"/>
                  <a:pt x="3086" y="477"/>
                  <a:pt x="3086" y="477"/>
                </a:cubicBezTo>
                <a:cubicBezTo>
                  <a:pt x="3140" y="477"/>
                  <a:pt x="3140" y="520"/>
                  <a:pt x="3140" y="520"/>
                </a:cubicBezTo>
                <a:cubicBezTo>
                  <a:pt x="3140" y="725"/>
                  <a:pt x="3140" y="725"/>
                  <a:pt x="3140" y="725"/>
                </a:cubicBezTo>
                <a:cubicBezTo>
                  <a:pt x="3140" y="834"/>
                  <a:pt x="3239" y="835"/>
                  <a:pt x="3239" y="835"/>
                </a:cubicBezTo>
                <a:cubicBezTo>
                  <a:pt x="3405" y="835"/>
                  <a:pt x="3405" y="835"/>
                  <a:pt x="3405" y="835"/>
                </a:cubicBezTo>
                <a:cubicBezTo>
                  <a:pt x="3405" y="746"/>
                  <a:pt x="3405" y="746"/>
                  <a:pt x="3405" y="746"/>
                </a:cubicBezTo>
                <a:cubicBezTo>
                  <a:pt x="3374" y="746"/>
                  <a:pt x="3374" y="746"/>
                  <a:pt x="3374" y="746"/>
                </a:cubicBezTo>
                <a:cubicBezTo>
                  <a:pt x="3343" y="745"/>
                  <a:pt x="3343" y="710"/>
                  <a:pt x="3343" y="710"/>
                </a:cubicBezTo>
                <a:cubicBezTo>
                  <a:pt x="3343" y="424"/>
                  <a:pt x="3343" y="424"/>
                  <a:pt x="3343" y="424"/>
                </a:cubicBezTo>
                <a:cubicBezTo>
                  <a:pt x="3343" y="369"/>
                  <a:pt x="3293" y="329"/>
                  <a:pt x="3293" y="329"/>
                </a:cubicBezTo>
                <a:cubicBezTo>
                  <a:pt x="3264" y="300"/>
                  <a:pt x="3204" y="298"/>
                  <a:pt x="3204" y="298"/>
                </a:cubicBezTo>
                <a:cubicBezTo>
                  <a:pt x="3135" y="298"/>
                  <a:pt x="3087" y="335"/>
                  <a:pt x="3087" y="335"/>
                </a:cubicBezTo>
                <a:cubicBezTo>
                  <a:pt x="3057" y="356"/>
                  <a:pt x="3032" y="383"/>
                  <a:pt x="3032" y="383"/>
                </a:cubicBezTo>
                <a:cubicBezTo>
                  <a:pt x="3019" y="396"/>
                  <a:pt x="3011" y="382"/>
                  <a:pt x="3011" y="382"/>
                </a:cubicBezTo>
                <a:cubicBezTo>
                  <a:pt x="2996" y="350"/>
                  <a:pt x="2965" y="325"/>
                  <a:pt x="2965" y="325"/>
                </a:cubicBezTo>
                <a:cubicBezTo>
                  <a:pt x="2939" y="300"/>
                  <a:pt x="2893" y="301"/>
                  <a:pt x="2893" y="301"/>
                </a:cubicBezTo>
                <a:cubicBezTo>
                  <a:pt x="2836" y="301"/>
                  <a:pt x="2786" y="343"/>
                  <a:pt x="2786" y="343"/>
                </a:cubicBezTo>
                <a:cubicBezTo>
                  <a:pt x="2761" y="360"/>
                  <a:pt x="2723" y="404"/>
                  <a:pt x="2723" y="404"/>
                </a:cubicBezTo>
                <a:cubicBezTo>
                  <a:pt x="2717" y="411"/>
                  <a:pt x="2710" y="403"/>
                  <a:pt x="2710" y="403"/>
                </a:cubicBezTo>
                <a:cubicBezTo>
                  <a:pt x="2700" y="387"/>
                  <a:pt x="2680" y="369"/>
                  <a:pt x="2680" y="369"/>
                </a:cubicBezTo>
                <a:cubicBezTo>
                  <a:pt x="2616" y="303"/>
                  <a:pt x="2498" y="302"/>
                  <a:pt x="2498" y="302"/>
                </a:cubicBezTo>
                <a:cubicBezTo>
                  <a:pt x="2380" y="302"/>
                  <a:pt x="2306" y="376"/>
                  <a:pt x="2306" y="376"/>
                </a:cubicBezTo>
                <a:cubicBezTo>
                  <a:pt x="2230" y="442"/>
                  <a:pt x="2226" y="569"/>
                  <a:pt x="2226" y="569"/>
                </a:cubicBezTo>
                <a:moveTo>
                  <a:pt x="3495" y="785"/>
                </a:moveTo>
                <a:cubicBezTo>
                  <a:pt x="3503" y="785"/>
                  <a:pt x="3510" y="785"/>
                  <a:pt x="3510" y="775"/>
                </a:cubicBezTo>
                <a:cubicBezTo>
                  <a:pt x="3510" y="767"/>
                  <a:pt x="3503" y="766"/>
                  <a:pt x="3496" y="766"/>
                </a:cubicBezTo>
                <a:cubicBezTo>
                  <a:pt x="3483" y="766"/>
                  <a:pt x="3483" y="766"/>
                  <a:pt x="3483" y="766"/>
                </a:cubicBezTo>
                <a:cubicBezTo>
                  <a:pt x="3483" y="785"/>
                  <a:pt x="3483" y="785"/>
                  <a:pt x="3483" y="785"/>
                </a:cubicBezTo>
                <a:lnTo>
                  <a:pt x="3495" y="785"/>
                </a:lnTo>
                <a:close/>
                <a:moveTo>
                  <a:pt x="3483" y="820"/>
                </a:moveTo>
                <a:cubicBezTo>
                  <a:pt x="3474" y="820"/>
                  <a:pt x="3474" y="820"/>
                  <a:pt x="3474" y="820"/>
                </a:cubicBezTo>
                <a:cubicBezTo>
                  <a:pt x="3474" y="758"/>
                  <a:pt x="3474" y="758"/>
                  <a:pt x="3474" y="758"/>
                </a:cubicBezTo>
                <a:cubicBezTo>
                  <a:pt x="3498" y="758"/>
                  <a:pt x="3498" y="758"/>
                  <a:pt x="3498" y="758"/>
                </a:cubicBezTo>
                <a:cubicBezTo>
                  <a:pt x="3512" y="758"/>
                  <a:pt x="3519" y="764"/>
                  <a:pt x="3519" y="776"/>
                </a:cubicBezTo>
                <a:cubicBezTo>
                  <a:pt x="3519" y="787"/>
                  <a:pt x="3513" y="792"/>
                  <a:pt x="3503" y="793"/>
                </a:cubicBezTo>
                <a:cubicBezTo>
                  <a:pt x="3521" y="820"/>
                  <a:pt x="3521" y="820"/>
                  <a:pt x="3521" y="820"/>
                </a:cubicBezTo>
                <a:cubicBezTo>
                  <a:pt x="3511" y="820"/>
                  <a:pt x="3511" y="820"/>
                  <a:pt x="3511" y="820"/>
                </a:cubicBezTo>
                <a:cubicBezTo>
                  <a:pt x="3494" y="793"/>
                  <a:pt x="3494" y="793"/>
                  <a:pt x="3494" y="793"/>
                </a:cubicBezTo>
                <a:cubicBezTo>
                  <a:pt x="3483" y="793"/>
                  <a:pt x="3483" y="793"/>
                  <a:pt x="3483" y="793"/>
                </a:cubicBezTo>
                <a:lnTo>
                  <a:pt x="3483" y="820"/>
                </a:lnTo>
                <a:close/>
                <a:moveTo>
                  <a:pt x="3495" y="843"/>
                </a:moveTo>
                <a:cubicBezTo>
                  <a:pt x="3465" y="843"/>
                  <a:pt x="3440" y="820"/>
                  <a:pt x="3440" y="789"/>
                </a:cubicBezTo>
                <a:cubicBezTo>
                  <a:pt x="3440" y="758"/>
                  <a:pt x="3465" y="736"/>
                  <a:pt x="3495" y="736"/>
                </a:cubicBezTo>
                <a:cubicBezTo>
                  <a:pt x="3524" y="736"/>
                  <a:pt x="3549" y="758"/>
                  <a:pt x="3549" y="789"/>
                </a:cubicBezTo>
                <a:cubicBezTo>
                  <a:pt x="3549" y="820"/>
                  <a:pt x="3524" y="843"/>
                  <a:pt x="3495" y="843"/>
                </a:cubicBezTo>
                <a:moveTo>
                  <a:pt x="3451" y="789"/>
                </a:moveTo>
                <a:cubicBezTo>
                  <a:pt x="3451" y="815"/>
                  <a:pt x="3470" y="834"/>
                  <a:pt x="3495" y="834"/>
                </a:cubicBezTo>
                <a:cubicBezTo>
                  <a:pt x="3519" y="834"/>
                  <a:pt x="3538" y="815"/>
                  <a:pt x="3538" y="789"/>
                </a:cubicBezTo>
                <a:cubicBezTo>
                  <a:pt x="3538" y="764"/>
                  <a:pt x="3519" y="745"/>
                  <a:pt x="3495" y="745"/>
                </a:cubicBezTo>
                <a:cubicBezTo>
                  <a:pt x="3470" y="745"/>
                  <a:pt x="3451" y="764"/>
                  <a:pt x="3451" y="789"/>
                </a:cubicBezTo>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566"/>
        <p:cNvGrpSpPr/>
        <p:nvPr/>
      </p:nvGrpSpPr>
      <p:grpSpPr>
        <a:xfrm>
          <a:off x="0" y="0"/>
          <a:ext cx="0" cy="0"/>
          <a:chOff x="0" y="0"/>
          <a:chExt cx="0" cy="0"/>
        </a:xfrm>
      </p:grpSpPr>
      <p:sp>
        <p:nvSpPr>
          <p:cNvPr id="567" name="Google Shape;567;p84"/>
          <p:cNvSpPr/>
          <p:nvPr/>
        </p:nvSpPr>
        <p:spPr>
          <a:xfrm>
            <a:off x="8300198" y="4826977"/>
            <a:ext cx="676200" cy="316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68" name="Google Shape;568;p84"/>
          <p:cNvSpPr/>
          <p:nvPr/>
        </p:nvSpPr>
        <p:spPr>
          <a:xfrm>
            <a:off x="109998" y="108358"/>
            <a:ext cx="8924100" cy="49269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569" name="Google Shape;569;p84"/>
          <p:cNvSpPr txBox="1">
            <a:spLocks noGrp="1"/>
          </p:cNvSpPr>
          <p:nvPr>
            <p:ph type="body" idx="1"/>
          </p:nvPr>
        </p:nvSpPr>
        <p:spPr>
          <a:xfrm>
            <a:off x="843803" y="2385905"/>
            <a:ext cx="7456500" cy="337200"/>
          </a:xfrm>
          <a:prstGeom prst="rect">
            <a:avLst/>
          </a:prstGeom>
          <a:noFill/>
          <a:ln>
            <a:noFill/>
          </a:ln>
        </p:spPr>
        <p:txBody>
          <a:bodyPr spcFirstLastPara="1" wrap="square" lIns="0" tIns="0" rIns="0" bIns="0" anchor="ctr" anchorCtr="0">
            <a:spAutoFit/>
          </a:bodyPr>
          <a:lstStyle>
            <a:lvl1pPr marL="457200" lvl="0" indent="-228600" algn="ctr">
              <a:lnSpc>
                <a:spcPct val="70000"/>
              </a:lnSpc>
              <a:spcBef>
                <a:spcPts val="500"/>
              </a:spcBef>
              <a:spcAft>
                <a:spcPts val="0"/>
              </a:spcAft>
              <a:buClr>
                <a:schemeClr val="lt1"/>
              </a:buClr>
              <a:buSzPts val="3000"/>
              <a:buNone/>
              <a:defRPr sz="3000" b="1" i="0">
                <a:solidFill>
                  <a:schemeClr val="lt1"/>
                </a:solidFill>
                <a:latin typeface="Arial"/>
                <a:ea typeface="Arial"/>
                <a:cs typeface="Arial"/>
                <a:sym typeface="Arial"/>
              </a:defRPr>
            </a:lvl1pPr>
            <a:lvl2pPr marL="914400" lvl="1" indent="-228600" algn="l">
              <a:lnSpc>
                <a:spcPct val="90000"/>
              </a:lnSpc>
              <a:spcBef>
                <a:spcPts val="400"/>
              </a:spcBef>
              <a:spcAft>
                <a:spcPts val="0"/>
              </a:spcAft>
              <a:buClr>
                <a:schemeClr val="dk2"/>
              </a:buClr>
              <a:buSzPts val="900"/>
              <a:buNone/>
              <a:defRPr/>
            </a:lvl2pPr>
            <a:lvl3pPr marL="1371600" lvl="2" indent="-228600" algn="l">
              <a:lnSpc>
                <a:spcPct val="90000"/>
              </a:lnSpc>
              <a:spcBef>
                <a:spcPts val="400"/>
              </a:spcBef>
              <a:spcAft>
                <a:spcPts val="0"/>
              </a:spcAft>
              <a:buClr>
                <a:schemeClr val="dk2"/>
              </a:buClr>
              <a:buSzPts val="900"/>
              <a:buNone/>
              <a:defRPr/>
            </a:lvl3pPr>
            <a:lvl4pPr marL="1828800" lvl="3" indent="-228600" algn="l">
              <a:lnSpc>
                <a:spcPct val="90000"/>
              </a:lnSpc>
              <a:spcBef>
                <a:spcPts val="400"/>
              </a:spcBef>
              <a:spcAft>
                <a:spcPts val="0"/>
              </a:spcAft>
              <a:buClr>
                <a:schemeClr val="dk2"/>
              </a:buClr>
              <a:buSzPts val="900"/>
              <a:buNone/>
              <a:defRPr/>
            </a:lvl4pPr>
            <a:lvl5pPr marL="2286000" lvl="4" indent="-228600" algn="l">
              <a:lnSpc>
                <a:spcPct val="90000"/>
              </a:lnSpc>
              <a:spcBef>
                <a:spcPts val="400"/>
              </a:spcBef>
              <a:spcAft>
                <a:spcPts val="0"/>
              </a:spcAft>
              <a:buClr>
                <a:schemeClr val="dk2"/>
              </a:buClr>
              <a:buSzPts val="900"/>
              <a:buNon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70"/>
        <p:cNvGrpSpPr/>
        <p:nvPr/>
      </p:nvGrpSpPr>
      <p:grpSpPr>
        <a:xfrm>
          <a:off x="0" y="0"/>
          <a:ext cx="0" cy="0"/>
          <a:chOff x="0" y="0"/>
          <a:chExt cx="0" cy="0"/>
        </a:xfrm>
      </p:grpSpPr>
      <p:sp>
        <p:nvSpPr>
          <p:cNvPr id="571" name="Google Shape;571;p85"/>
          <p:cNvSpPr txBox="1">
            <a:spLocks noGrp="1"/>
          </p:cNvSpPr>
          <p:nvPr>
            <p:ph type="ctrTitle"/>
          </p:nvPr>
        </p:nvSpPr>
        <p:spPr>
          <a:xfrm>
            <a:off x="311708" y="744575"/>
            <a:ext cx="8520600" cy="2052600"/>
          </a:xfrm>
          <a:prstGeom prst="rect">
            <a:avLst/>
          </a:prstGeom>
        </p:spPr>
        <p:txBody>
          <a:bodyPr spcFirstLastPara="1" wrap="square" lIns="0" tIns="0" rIns="0" bIns="0"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72" name="Google Shape;572;p85"/>
          <p:cNvSpPr txBox="1">
            <a:spLocks noGrp="1"/>
          </p:cNvSpPr>
          <p:nvPr>
            <p:ph type="subTitle" idx="1"/>
          </p:nvPr>
        </p:nvSpPr>
        <p:spPr>
          <a:xfrm>
            <a:off x="311700" y="2834125"/>
            <a:ext cx="8520600" cy="792600"/>
          </a:xfrm>
          <a:prstGeom prst="rect">
            <a:avLst/>
          </a:prstGeom>
        </p:spPr>
        <p:txBody>
          <a:bodyPr spcFirstLastPara="1" wrap="square" lIns="0" tIns="0" rIns="0" bIns="0" anchor="t" anchorCtr="0">
            <a:sp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a:endParaRPr/>
          </a:p>
        </p:txBody>
      </p:sp>
      <p:sp>
        <p:nvSpPr>
          <p:cNvPr id="573" name="Google Shape;573;p85"/>
          <p:cNvSpPr txBox="1">
            <a:spLocks noGrp="1"/>
          </p:cNvSpPr>
          <p:nvPr>
            <p:ph type="sldNum" idx="12"/>
          </p:nvPr>
        </p:nvSpPr>
        <p:spPr>
          <a:xfrm>
            <a:off x="8472458" y="4663217"/>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574"/>
        <p:cNvGrpSpPr/>
        <p:nvPr/>
      </p:nvGrpSpPr>
      <p:grpSpPr>
        <a:xfrm>
          <a:off x="0" y="0"/>
          <a:ext cx="0" cy="0"/>
          <a:chOff x="0" y="0"/>
          <a:chExt cx="0" cy="0"/>
        </a:xfrm>
      </p:grpSpPr>
      <p:sp>
        <p:nvSpPr>
          <p:cNvPr id="575" name="Google Shape;575;p86"/>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76" name="Google Shape;576;p86"/>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77" name="Google Shape;577;p86"/>
          <p:cNvSpPr txBox="1">
            <a:spLocks noGrp="1"/>
          </p:cNvSpPr>
          <p:nvPr>
            <p:ph type="sldNum" idx="12"/>
          </p:nvPr>
        </p:nvSpPr>
        <p:spPr>
          <a:xfrm>
            <a:off x="6976602" y="4933935"/>
            <a:ext cx="2057400" cy="1977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1638">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74" Type="http://schemas.openxmlformats.org/officeDocument/2006/relationships/theme" Target="../theme/theme2.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71"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09997" y="249402"/>
            <a:ext cx="2919000" cy="610800"/>
          </a:xfrm>
          <a:prstGeom prst="rect">
            <a:avLst/>
          </a:prstGeom>
          <a:noFill/>
          <a:ln>
            <a:noFill/>
          </a:ln>
        </p:spPr>
        <p:txBody>
          <a:bodyPr spcFirstLastPara="1" wrap="square" lIns="0" tIns="0" rIns="0" bIns="0" anchor="t" anchorCtr="0">
            <a:spAutoFit/>
          </a:bodyPr>
          <a:lstStyle>
            <a:lvl1pPr marR="0" lvl="0" algn="l">
              <a:lnSpc>
                <a:spcPct val="80000"/>
              </a:lnSpc>
              <a:spcBef>
                <a:spcPts val="0"/>
              </a:spcBef>
              <a:spcAft>
                <a:spcPts val="0"/>
              </a:spcAft>
              <a:buClr>
                <a:schemeClr val="dk2"/>
              </a:buClr>
              <a:buSzPts val="1700"/>
              <a:buFont typeface="Arial"/>
              <a:buNone/>
              <a:defRPr sz="1700" b="1" i="0" u="none" strike="noStrike" cap="none">
                <a:solidFill>
                  <a:schemeClr val="dk2"/>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109998" y="1225205"/>
            <a:ext cx="8915400" cy="815700"/>
          </a:xfrm>
          <a:prstGeom prst="rect">
            <a:avLst/>
          </a:prstGeom>
          <a:noFill/>
          <a:ln>
            <a:noFill/>
          </a:ln>
        </p:spPr>
        <p:txBody>
          <a:bodyPr spcFirstLastPara="1" wrap="square" lIns="0" tIns="0" rIns="0" bIns="0" anchor="t" anchorCtr="0">
            <a:spAutoFit/>
          </a:bodyPr>
          <a:lstStyle>
            <a:lvl1pPr marL="457200" marR="0" lvl="0" indent="-285750" algn="l">
              <a:lnSpc>
                <a:spcPct val="90000"/>
              </a:lnSpc>
              <a:spcBef>
                <a:spcPts val="8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1pPr>
            <a:lvl2pPr marL="914400" marR="0" lvl="1" indent="-285750"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2pPr>
            <a:lvl3pPr marL="1371600" marR="0" lvl="2" indent="-285750"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3pPr>
            <a:lvl4pPr marL="1828800" marR="0" lvl="3" indent="-285750"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4pPr>
            <a:lvl5pPr marL="2286000" marR="0" lvl="4" indent="-285750" algn="l">
              <a:lnSpc>
                <a:spcPct val="90000"/>
              </a:lnSpc>
              <a:spcBef>
                <a:spcPts val="400"/>
              </a:spcBef>
              <a:spcAft>
                <a:spcPts val="0"/>
              </a:spcAft>
              <a:buClr>
                <a:schemeClr val="dk2"/>
              </a:buClr>
              <a:buSzPts val="900"/>
              <a:buFont typeface="Arial"/>
              <a:buChar char="•"/>
              <a:defRPr sz="900" b="0" i="0" u="none" strike="noStrike" cap="none">
                <a:solidFill>
                  <a:schemeClr val="dk2"/>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109998" y="4932592"/>
            <a:ext cx="2057400" cy="198900"/>
          </a:xfrm>
          <a:prstGeom prst="rect">
            <a:avLst/>
          </a:prstGeom>
          <a:noFill/>
          <a:ln>
            <a:noFill/>
          </a:ln>
        </p:spPr>
        <p:txBody>
          <a:bodyPr spcFirstLastPara="1" wrap="square" lIns="0" tIns="0" rIns="0" bIns="0" anchor="ctr" anchorCtr="0">
            <a:noAutofit/>
          </a:bodyPr>
          <a:lstStyle>
            <a:lvl1pPr marR="0" lvl="0" algn="l">
              <a:spcBef>
                <a:spcPts val="0"/>
              </a:spcBef>
              <a:spcAft>
                <a:spcPts val="0"/>
              </a:spcAft>
              <a:buSzPts val="1100"/>
              <a:buNone/>
              <a:defRPr sz="500" b="0" i="0" u="none" strike="noStrike" cap="none">
                <a:solidFill>
                  <a:schemeClr val="dk2"/>
                </a:solidFill>
                <a:latin typeface="Arial"/>
                <a:ea typeface="Arial"/>
                <a:cs typeface="Arial"/>
                <a:sym typeface="Arial"/>
              </a:defRPr>
            </a:lvl1pPr>
            <a:lvl2pPr marR="0" lvl="1" algn="l">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a:off x="3028950" y="4932592"/>
            <a:ext cx="3086100" cy="198900"/>
          </a:xfrm>
          <a:prstGeom prst="rect">
            <a:avLst/>
          </a:prstGeom>
          <a:noFill/>
          <a:ln>
            <a:noFill/>
          </a:ln>
        </p:spPr>
        <p:txBody>
          <a:bodyPr spcFirstLastPara="1" wrap="square" lIns="0" tIns="0" rIns="0" bIns="0" anchor="ctr" anchorCtr="0">
            <a:noAutofit/>
          </a:bodyPr>
          <a:lstStyle>
            <a:lvl1pPr marR="0" lvl="0" algn="ctr">
              <a:spcBef>
                <a:spcPts val="0"/>
              </a:spcBef>
              <a:spcAft>
                <a:spcPts val="0"/>
              </a:spcAft>
              <a:buSzPts val="1100"/>
              <a:buNone/>
              <a:defRPr sz="500" b="0" i="0" u="none" strike="noStrike" cap="none">
                <a:solidFill>
                  <a:schemeClr val="dk2"/>
                </a:solidFill>
                <a:latin typeface="Arial"/>
                <a:ea typeface="Arial"/>
                <a:cs typeface="Arial"/>
                <a:sym typeface="Arial"/>
              </a:defRPr>
            </a:lvl1pPr>
            <a:lvl2pPr marR="0" lvl="1" algn="l">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6976602" y="4933935"/>
            <a:ext cx="2057400" cy="197400"/>
          </a:xfrm>
          <a:prstGeom prst="rect">
            <a:avLst/>
          </a:prstGeom>
          <a:noFill/>
          <a:ln>
            <a:noFill/>
          </a:ln>
        </p:spPr>
        <p:txBody>
          <a:bodyPr spcFirstLastPara="1" wrap="square" lIns="0" tIns="0" rIns="0" bIns="0" anchor="ctr" anchorCtr="0">
            <a:noAutofit/>
          </a:bodyPr>
          <a:lstStyle>
            <a:lvl1pPr marL="0" marR="0" lvl="0" indent="0" algn="r">
              <a:spcBef>
                <a:spcPts val="0"/>
              </a:spcBef>
              <a:buNone/>
              <a:defRPr sz="500" b="0" i="0" u="none" strike="noStrike" cap="none">
                <a:solidFill>
                  <a:schemeClr val="dk2"/>
                </a:solidFill>
                <a:latin typeface="Arial"/>
                <a:ea typeface="Arial"/>
                <a:cs typeface="Arial"/>
                <a:sym typeface="Arial"/>
              </a:defRPr>
            </a:lvl1pPr>
            <a:lvl2pPr marL="0" marR="0" lvl="1" indent="0" algn="r">
              <a:spcBef>
                <a:spcPts val="0"/>
              </a:spcBef>
              <a:buNone/>
              <a:defRPr sz="500" b="0" i="0" u="none" strike="noStrike" cap="none">
                <a:solidFill>
                  <a:schemeClr val="dk2"/>
                </a:solidFill>
                <a:latin typeface="Arial"/>
                <a:ea typeface="Arial"/>
                <a:cs typeface="Arial"/>
                <a:sym typeface="Arial"/>
              </a:defRPr>
            </a:lvl2pPr>
            <a:lvl3pPr marL="0" marR="0" lvl="2" indent="0" algn="r">
              <a:spcBef>
                <a:spcPts val="0"/>
              </a:spcBef>
              <a:buNone/>
              <a:defRPr sz="500" b="0" i="0" u="none" strike="noStrike" cap="none">
                <a:solidFill>
                  <a:schemeClr val="dk2"/>
                </a:solidFill>
                <a:latin typeface="Arial"/>
                <a:ea typeface="Arial"/>
                <a:cs typeface="Arial"/>
                <a:sym typeface="Arial"/>
              </a:defRPr>
            </a:lvl3pPr>
            <a:lvl4pPr marL="0" marR="0" lvl="3" indent="0" algn="r">
              <a:spcBef>
                <a:spcPts val="0"/>
              </a:spcBef>
              <a:buNone/>
              <a:defRPr sz="500" b="0" i="0" u="none" strike="noStrike" cap="none">
                <a:solidFill>
                  <a:schemeClr val="dk2"/>
                </a:solidFill>
                <a:latin typeface="Arial"/>
                <a:ea typeface="Arial"/>
                <a:cs typeface="Arial"/>
                <a:sym typeface="Arial"/>
              </a:defRPr>
            </a:lvl4pPr>
            <a:lvl5pPr marL="0" marR="0" lvl="4" indent="0" algn="r">
              <a:spcBef>
                <a:spcPts val="0"/>
              </a:spcBef>
              <a:buNone/>
              <a:defRPr sz="500" b="0" i="0" u="none" strike="noStrike" cap="none">
                <a:solidFill>
                  <a:schemeClr val="dk2"/>
                </a:solidFill>
                <a:latin typeface="Arial"/>
                <a:ea typeface="Arial"/>
                <a:cs typeface="Arial"/>
                <a:sym typeface="Arial"/>
              </a:defRPr>
            </a:lvl5pPr>
            <a:lvl6pPr marL="0" marR="0" lvl="5" indent="0" algn="r">
              <a:spcBef>
                <a:spcPts val="0"/>
              </a:spcBef>
              <a:buNone/>
              <a:defRPr sz="500" b="0" i="0" u="none" strike="noStrike" cap="none">
                <a:solidFill>
                  <a:schemeClr val="dk2"/>
                </a:solidFill>
                <a:latin typeface="Arial"/>
                <a:ea typeface="Arial"/>
                <a:cs typeface="Arial"/>
                <a:sym typeface="Arial"/>
              </a:defRPr>
            </a:lvl6pPr>
            <a:lvl7pPr marL="0" marR="0" lvl="6" indent="0" algn="r">
              <a:spcBef>
                <a:spcPts val="0"/>
              </a:spcBef>
              <a:buNone/>
              <a:defRPr sz="500" b="0" i="0" u="none" strike="noStrike" cap="none">
                <a:solidFill>
                  <a:schemeClr val="dk2"/>
                </a:solidFill>
                <a:latin typeface="Arial"/>
                <a:ea typeface="Arial"/>
                <a:cs typeface="Arial"/>
                <a:sym typeface="Arial"/>
              </a:defRPr>
            </a:lvl7pPr>
            <a:lvl8pPr marL="0" marR="0" lvl="7" indent="0" algn="r">
              <a:spcBef>
                <a:spcPts val="0"/>
              </a:spcBef>
              <a:buNone/>
              <a:defRPr sz="500" b="0" i="0" u="none" strike="noStrike" cap="none">
                <a:solidFill>
                  <a:schemeClr val="dk2"/>
                </a:solidFill>
                <a:latin typeface="Arial"/>
                <a:ea typeface="Arial"/>
                <a:cs typeface="Arial"/>
                <a:sym typeface="Arial"/>
              </a:defRPr>
            </a:lvl8pPr>
            <a:lvl9pPr marL="0" marR="0" lvl="8" indent="0" algn="r">
              <a:spcBef>
                <a:spcPts val="0"/>
              </a:spcBef>
              <a:buNone/>
              <a:defRPr sz="5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grpSp>
        <p:nvGrpSpPr>
          <p:cNvPr id="56" name="Google Shape;56;p13"/>
          <p:cNvGrpSpPr/>
          <p:nvPr/>
        </p:nvGrpSpPr>
        <p:grpSpPr>
          <a:xfrm>
            <a:off x="8463997" y="4957041"/>
            <a:ext cx="441105" cy="110320"/>
            <a:chOff x="-3026509" y="3183717"/>
            <a:chExt cx="1942338" cy="485775"/>
          </a:xfrm>
        </p:grpSpPr>
        <p:sp>
          <p:nvSpPr>
            <p:cNvPr id="57" name="Google Shape;57;p13"/>
            <p:cNvSpPr/>
            <p:nvPr/>
          </p:nvSpPr>
          <p:spPr>
            <a:xfrm>
              <a:off x="-3026509" y="3202400"/>
              <a:ext cx="590550" cy="466725"/>
            </a:xfrm>
            <a:custGeom>
              <a:avLst/>
              <a:gdLst/>
              <a:ahLst/>
              <a:cxnLst/>
              <a:rect l="l" t="t" r="r" b="b"/>
              <a:pathLst>
                <a:path w="590550" h="466725" extrusionOk="0">
                  <a:moveTo>
                    <a:pt x="177927" y="321850"/>
                  </a:moveTo>
                  <a:cubicBezTo>
                    <a:pt x="177927" y="363855"/>
                    <a:pt x="220123" y="363855"/>
                    <a:pt x="220123" y="363855"/>
                  </a:cubicBezTo>
                  <a:cubicBezTo>
                    <a:pt x="262223" y="363855"/>
                    <a:pt x="262223" y="321850"/>
                    <a:pt x="262223" y="321850"/>
                  </a:cubicBezTo>
                  <a:lnTo>
                    <a:pt x="262223" y="84392"/>
                  </a:lnTo>
                  <a:lnTo>
                    <a:pt x="211931" y="84392"/>
                  </a:lnTo>
                  <a:lnTo>
                    <a:pt x="211931" y="7144"/>
                  </a:lnTo>
                  <a:lnTo>
                    <a:pt x="382429" y="7144"/>
                  </a:lnTo>
                  <a:lnTo>
                    <a:pt x="382429" y="327565"/>
                  </a:lnTo>
                  <a:cubicBezTo>
                    <a:pt x="381286" y="362807"/>
                    <a:pt x="410623" y="363855"/>
                    <a:pt x="410623" y="363855"/>
                  </a:cubicBezTo>
                  <a:cubicBezTo>
                    <a:pt x="443484" y="363855"/>
                    <a:pt x="458629" y="327565"/>
                    <a:pt x="458629" y="327565"/>
                  </a:cubicBezTo>
                  <a:cubicBezTo>
                    <a:pt x="483203" y="276606"/>
                    <a:pt x="480822" y="228219"/>
                    <a:pt x="480822" y="228219"/>
                  </a:cubicBezTo>
                  <a:cubicBezTo>
                    <a:pt x="480822" y="147447"/>
                    <a:pt x="458629" y="84392"/>
                    <a:pt x="458629" y="84392"/>
                  </a:cubicBezTo>
                  <a:lnTo>
                    <a:pt x="416433" y="84392"/>
                  </a:lnTo>
                  <a:lnTo>
                    <a:pt x="416433" y="7144"/>
                  </a:lnTo>
                  <a:lnTo>
                    <a:pt x="556927" y="7144"/>
                  </a:lnTo>
                  <a:cubicBezTo>
                    <a:pt x="587216" y="81915"/>
                    <a:pt x="589598" y="209360"/>
                    <a:pt x="589598" y="209360"/>
                  </a:cubicBezTo>
                  <a:cubicBezTo>
                    <a:pt x="590836" y="379000"/>
                    <a:pt x="508921" y="433864"/>
                    <a:pt x="508921" y="433864"/>
                  </a:cubicBezTo>
                  <a:cubicBezTo>
                    <a:pt x="469106" y="470154"/>
                    <a:pt x="410623" y="464344"/>
                    <a:pt x="410623" y="464344"/>
                  </a:cubicBezTo>
                  <a:cubicBezTo>
                    <a:pt x="348710" y="464344"/>
                    <a:pt x="315944" y="411671"/>
                    <a:pt x="315944" y="411671"/>
                  </a:cubicBezTo>
                  <a:cubicBezTo>
                    <a:pt x="277273" y="465582"/>
                    <a:pt x="211836" y="464344"/>
                    <a:pt x="211836" y="464344"/>
                  </a:cubicBezTo>
                  <a:cubicBezTo>
                    <a:pt x="57531" y="464344"/>
                    <a:pt x="57531" y="318230"/>
                    <a:pt x="57531" y="318230"/>
                  </a:cubicBezTo>
                  <a:lnTo>
                    <a:pt x="57531" y="84392"/>
                  </a:lnTo>
                  <a:lnTo>
                    <a:pt x="7144" y="84392"/>
                  </a:lnTo>
                  <a:lnTo>
                    <a:pt x="7144" y="7144"/>
                  </a:lnTo>
                  <a:lnTo>
                    <a:pt x="177927" y="7144"/>
                  </a:lnTo>
                  <a:lnTo>
                    <a:pt x="177927" y="321850"/>
                  </a:lnTo>
                  <a:close/>
                </a:path>
              </a:pathLst>
            </a:custGeom>
            <a:solidFill>
              <a:schemeClr val="dk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58" name="Google Shape;58;p13"/>
            <p:cNvSpPr/>
            <p:nvPr/>
          </p:nvSpPr>
          <p:spPr>
            <a:xfrm>
              <a:off x="-2408622" y="3237167"/>
              <a:ext cx="152400" cy="123825"/>
            </a:xfrm>
            <a:custGeom>
              <a:avLst/>
              <a:gdLst/>
              <a:ahLst/>
              <a:cxnLst/>
              <a:rect l="l" t="t" r="r" b="b"/>
              <a:pathLst>
                <a:path w="152400" h="123825" extrusionOk="0">
                  <a:moveTo>
                    <a:pt x="78486" y="7144"/>
                  </a:moveTo>
                  <a:cubicBezTo>
                    <a:pt x="6572" y="7144"/>
                    <a:pt x="7144" y="62008"/>
                    <a:pt x="7144" y="62008"/>
                  </a:cubicBezTo>
                  <a:cubicBezTo>
                    <a:pt x="7144" y="116967"/>
                    <a:pt x="78486" y="116967"/>
                    <a:pt x="78486" y="116967"/>
                  </a:cubicBezTo>
                  <a:cubicBezTo>
                    <a:pt x="149828" y="116967"/>
                    <a:pt x="149543" y="62008"/>
                    <a:pt x="149543" y="62008"/>
                  </a:cubicBezTo>
                  <a:cubicBezTo>
                    <a:pt x="149543" y="7144"/>
                    <a:pt x="78486" y="7144"/>
                    <a:pt x="78486" y="7144"/>
                  </a:cubicBezTo>
                </a:path>
              </a:pathLst>
            </a:custGeom>
            <a:solidFill>
              <a:schemeClr val="dk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59" name="Google Shape;59;p13"/>
            <p:cNvSpPr/>
            <p:nvPr/>
          </p:nvSpPr>
          <p:spPr>
            <a:xfrm>
              <a:off x="-2421671" y="3183717"/>
              <a:ext cx="666750" cy="485775"/>
            </a:xfrm>
            <a:custGeom>
              <a:avLst/>
              <a:gdLst/>
              <a:ahLst/>
              <a:cxnLst/>
              <a:rect l="l" t="t" r="r" b="b"/>
              <a:pathLst>
                <a:path w="666750" h="485775" extrusionOk="0">
                  <a:moveTo>
                    <a:pt x="639032" y="300623"/>
                  </a:moveTo>
                  <a:cubicBezTo>
                    <a:pt x="630269" y="285383"/>
                    <a:pt x="601599" y="244330"/>
                    <a:pt x="601599" y="244330"/>
                  </a:cubicBezTo>
                  <a:cubicBezTo>
                    <a:pt x="581215" y="216327"/>
                    <a:pt x="577691" y="200515"/>
                    <a:pt x="577691" y="200515"/>
                  </a:cubicBezTo>
                  <a:cubicBezTo>
                    <a:pt x="574834" y="190038"/>
                    <a:pt x="574167" y="180132"/>
                    <a:pt x="574167" y="180132"/>
                  </a:cubicBezTo>
                  <a:lnTo>
                    <a:pt x="471964" y="180132"/>
                  </a:lnTo>
                  <a:cubicBezTo>
                    <a:pt x="470821" y="243283"/>
                    <a:pt x="446723" y="295289"/>
                    <a:pt x="446723" y="295289"/>
                  </a:cubicBezTo>
                  <a:cubicBezTo>
                    <a:pt x="431578" y="338533"/>
                    <a:pt x="402812" y="365584"/>
                    <a:pt x="402812" y="365584"/>
                  </a:cubicBezTo>
                  <a:cubicBezTo>
                    <a:pt x="383572" y="386634"/>
                    <a:pt x="358997" y="387110"/>
                    <a:pt x="358997" y="387110"/>
                  </a:cubicBezTo>
                  <a:cubicBezTo>
                    <a:pt x="330898" y="387110"/>
                    <a:pt x="332137" y="360726"/>
                    <a:pt x="332137" y="360726"/>
                  </a:cubicBezTo>
                  <a:cubicBezTo>
                    <a:pt x="332137" y="345010"/>
                    <a:pt x="343186" y="332722"/>
                    <a:pt x="343186" y="332722"/>
                  </a:cubicBezTo>
                  <a:cubicBezTo>
                    <a:pt x="357188" y="312815"/>
                    <a:pt x="371856" y="289955"/>
                    <a:pt x="371856" y="289955"/>
                  </a:cubicBezTo>
                  <a:cubicBezTo>
                    <a:pt x="391668" y="260142"/>
                    <a:pt x="409385" y="227566"/>
                    <a:pt x="409385" y="227566"/>
                  </a:cubicBezTo>
                  <a:cubicBezTo>
                    <a:pt x="449009" y="157367"/>
                    <a:pt x="443198" y="108313"/>
                    <a:pt x="443198" y="108313"/>
                  </a:cubicBezTo>
                  <a:cubicBezTo>
                    <a:pt x="443198" y="3634"/>
                    <a:pt x="335756" y="7158"/>
                    <a:pt x="335756" y="7158"/>
                  </a:cubicBezTo>
                  <a:cubicBezTo>
                    <a:pt x="227362" y="7158"/>
                    <a:pt x="224504" y="87739"/>
                    <a:pt x="224504" y="87739"/>
                  </a:cubicBezTo>
                  <a:lnTo>
                    <a:pt x="224504" y="310624"/>
                  </a:lnTo>
                  <a:cubicBezTo>
                    <a:pt x="224504" y="332722"/>
                    <a:pt x="203359" y="359583"/>
                    <a:pt x="203359" y="359583"/>
                  </a:cubicBezTo>
                  <a:cubicBezTo>
                    <a:pt x="189357" y="382348"/>
                    <a:pt x="165544" y="385396"/>
                    <a:pt x="165544" y="385396"/>
                  </a:cubicBezTo>
                  <a:cubicBezTo>
                    <a:pt x="146304" y="385396"/>
                    <a:pt x="146304" y="364345"/>
                    <a:pt x="146304" y="364345"/>
                  </a:cubicBezTo>
                  <a:lnTo>
                    <a:pt x="146304" y="180132"/>
                  </a:lnTo>
                  <a:lnTo>
                    <a:pt x="7144" y="180132"/>
                  </a:lnTo>
                  <a:lnTo>
                    <a:pt x="7144" y="232805"/>
                  </a:lnTo>
                  <a:cubicBezTo>
                    <a:pt x="31052" y="232805"/>
                    <a:pt x="29813" y="248045"/>
                    <a:pt x="29813" y="248045"/>
                  </a:cubicBezTo>
                  <a:lnTo>
                    <a:pt x="29813" y="409875"/>
                  </a:lnTo>
                  <a:cubicBezTo>
                    <a:pt x="29813" y="440355"/>
                    <a:pt x="52769" y="460357"/>
                    <a:pt x="52769" y="460357"/>
                  </a:cubicBezTo>
                  <a:cubicBezTo>
                    <a:pt x="73152" y="481408"/>
                    <a:pt x="112204" y="480931"/>
                    <a:pt x="112204" y="480931"/>
                  </a:cubicBezTo>
                  <a:cubicBezTo>
                    <a:pt x="155638" y="480931"/>
                    <a:pt x="180118" y="458452"/>
                    <a:pt x="180118" y="458452"/>
                  </a:cubicBezTo>
                  <a:cubicBezTo>
                    <a:pt x="202883" y="442736"/>
                    <a:pt x="221075" y="421495"/>
                    <a:pt x="221075" y="421495"/>
                  </a:cubicBezTo>
                  <a:cubicBezTo>
                    <a:pt x="222885" y="419019"/>
                    <a:pt x="226028" y="418447"/>
                    <a:pt x="226028" y="418447"/>
                  </a:cubicBezTo>
                  <a:cubicBezTo>
                    <a:pt x="229171" y="418447"/>
                    <a:pt x="230410" y="421686"/>
                    <a:pt x="230410" y="421686"/>
                  </a:cubicBezTo>
                  <a:cubicBezTo>
                    <a:pt x="234315" y="441593"/>
                    <a:pt x="254794" y="458452"/>
                    <a:pt x="254794" y="458452"/>
                  </a:cubicBezTo>
                  <a:cubicBezTo>
                    <a:pt x="278321" y="480931"/>
                    <a:pt x="316897" y="480931"/>
                    <a:pt x="316897" y="480931"/>
                  </a:cubicBezTo>
                  <a:cubicBezTo>
                    <a:pt x="359569" y="480931"/>
                    <a:pt x="388906" y="459786"/>
                    <a:pt x="388906" y="459786"/>
                  </a:cubicBezTo>
                  <a:cubicBezTo>
                    <a:pt x="411004" y="447499"/>
                    <a:pt x="431673" y="425496"/>
                    <a:pt x="431673" y="425496"/>
                  </a:cubicBezTo>
                  <a:cubicBezTo>
                    <a:pt x="434150" y="423210"/>
                    <a:pt x="437483" y="422924"/>
                    <a:pt x="437483" y="422924"/>
                  </a:cubicBezTo>
                  <a:cubicBezTo>
                    <a:pt x="441579" y="422924"/>
                    <a:pt x="443103" y="425401"/>
                    <a:pt x="443103" y="425401"/>
                  </a:cubicBezTo>
                  <a:cubicBezTo>
                    <a:pt x="458534" y="446260"/>
                    <a:pt x="493586" y="464929"/>
                    <a:pt x="493586" y="464929"/>
                  </a:cubicBezTo>
                  <a:cubicBezTo>
                    <a:pt x="522065" y="480931"/>
                    <a:pt x="554165" y="480931"/>
                    <a:pt x="554165" y="480931"/>
                  </a:cubicBezTo>
                  <a:cubicBezTo>
                    <a:pt x="600551" y="480931"/>
                    <a:pt x="631984" y="441593"/>
                    <a:pt x="631984" y="441593"/>
                  </a:cubicBezTo>
                  <a:cubicBezTo>
                    <a:pt x="660178" y="413590"/>
                    <a:pt x="660559" y="373299"/>
                    <a:pt x="660559" y="373299"/>
                  </a:cubicBezTo>
                  <a:cubicBezTo>
                    <a:pt x="660559" y="332818"/>
                    <a:pt x="639032" y="300623"/>
                    <a:pt x="639032" y="300623"/>
                  </a:cubicBezTo>
                  <a:close/>
                  <a:moveTo>
                    <a:pt x="328613" y="224518"/>
                  </a:moveTo>
                  <a:lnTo>
                    <a:pt x="328613" y="125839"/>
                  </a:lnTo>
                  <a:cubicBezTo>
                    <a:pt x="328613" y="125839"/>
                    <a:pt x="328613" y="101646"/>
                    <a:pt x="336804" y="88025"/>
                  </a:cubicBezTo>
                  <a:cubicBezTo>
                    <a:pt x="336804" y="88025"/>
                    <a:pt x="345662" y="72214"/>
                    <a:pt x="357378" y="72214"/>
                  </a:cubicBezTo>
                  <a:cubicBezTo>
                    <a:pt x="357378" y="72214"/>
                    <a:pt x="366713" y="72023"/>
                    <a:pt x="372999" y="84787"/>
                  </a:cubicBezTo>
                  <a:cubicBezTo>
                    <a:pt x="372999" y="84787"/>
                    <a:pt x="378238" y="97645"/>
                    <a:pt x="378238" y="110885"/>
                  </a:cubicBezTo>
                  <a:cubicBezTo>
                    <a:pt x="378238" y="110885"/>
                    <a:pt x="377666" y="131364"/>
                    <a:pt x="372999" y="146128"/>
                  </a:cubicBezTo>
                  <a:cubicBezTo>
                    <a:pt x="372999" y="146128"/>
                    <a:pt x="357950" y="199563"/>
                    <a:pt x="338233" y="228328"/>
                  </a:cubicBezTo>
                  <a:cubicBezTo>
                    <a:pt x="338233" y="228328"/>
                    <a:pt x="335661" y="232234"/>
                    <a:pt x="333565" y="233853"/>
                  </a:cubicBezTo>
                  <a:cubicBezTo>
                    <a:pt x="333661" y="233853"/>
                    <a:pt x="328613" y="238330"/>
                    <a:pt x="328613" y="224518"/>
                  </a:cubicBezTo>
                  <a:close/>
                  <a:moveTo>
                    <a:pt x="536258" y="385110"/>
                  </a:moveTo>
                  <a:cubicBezTo>
                    <a:pt x="536258" y="385110"/>
                    <a:pt x="528638" y="397683"/>
                    <a:pt x="512445" y="397683"/>
                  </a:cubicBezTo>
                  <a:cubicBezTo>
                    <a:pt x="512445" y="397683"/>
                    <a:pt x="499300" y="397683"/>
                    <a:pt x="491395" y="391206"/>
                  </a:cubicBezTo>
                  <a:cubicBezTo>
                    <a:pt x="491395" y="391206"/>
                    <a:pt x="483775" y="386729"/>
                    <a:pt x="478441" y="377966"/>
                  </a:cubicBezTo>
                  <a:cubicBezTo>
                    <a:pt x="478441" y="377966"/>
                    <a:pt x="476345" y="374347"/>
                    <a:pt x="475774" y="370441"/>
                  </a:cubicBezTo>
                  <a:cubicBezTo>
                    <a:pt x="475774" y="370441"/>
                    <a:pt x="476250" y="366441"/>
                    <a:pt x="478346" y="363202"/>
                  </a:cubicBezTo>
                  <a:cubicBezTo>
                    <a:pt x="478346" y="363202"/>
                    <a:pt x="484727" y="350153"/>
                    <a:pt x="489204" y="337961"/>
                  </a:cubicBezTo>
                  <a:cubicBezTo>
                    <a:pt x="489204" y="337961"/>
                    <a:pt x="496443" y="321959"/>
                    <a:pt x="504730" y="298528"/>
                  </a:cubicBezTo>
                  <a:cubicBezTo>
                    <a:pt x="504730" y="298528"/>
                    <a:pt x="506921" y="291765"/>
                    <a:pt x="509397" y="291765"/>
                  </a:cubicBezTo>
                  <a:cubicBezTo>
                    <a:pt x="509397" y="291765"/>
                    <a:pt x="511683" y="290908"/>
                    <a:pt x="514160" y="297289"/>
                  </a:cubicBezTo>
                  <a:cubicBezTo>
                    <a:pt x="514160" y="297289"/>
                    <a:pt x="519398" y="308434"/>
                    <a:pt x="524828" y="317101"/>
                  </a:cubicBezTo>
                  <a:cubicBezTo>
                    <a:pt x="524828" y="317101"/>
                    <a:pt x="533876" y="334056"/>
                    <a:pt x="538353" y="343390"/>
                  </a:cubicBezTo>
                  <a:cubicBezTo>
                    <a:pt x="538353" y="343390"/>
                    <a:pt x="544068" y="354249"/>
                    <a:pt x="544068" y="362155"/>
                  </a:cubicBezTo>
                  <a:cubicBezTo>
                    <a:pt x="544068" y="362345"/>
                    <a:pt x="544068" y="374347"/>
                    <a:pt x="536258" y="385110"/>
                  </a:cubicBezTo>
                  <a:close/>
                </a:path>
              </a:pathLst>
            </a:custGeom>
            <a:solidFill>
              <a:schemeClr val="dk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sp>
          <p:nvSpPr>
            <p:cNvPr id="60" name="Google Shape;60;p13"/>
            <p:cNvSpPr/>
            <p:nvPr/>
          </p:nvSpPr>
          <p:spPr>
            <a:xfrm>
              <a:off x="-1760446" y="3349752"/>
              <a:ext cx="676275" cy="314325"/>
            </a:xfrm>
            <a:custGeom>
              <a:avLst/>
              <a:gdLst/>
              <a:ahLst/>
              <a:cxnLst/>
              <a:rect l="l" t="t" r="r" b="b"/>
              <a:pathLst>
                <a:path w="676275" h="314325" extrusionOk="0">
                  <a:moveTo>
                    <a:pt x="660273" y="262128"/>
                  </a:moveTo>
                  <a:cubicBezTo>
                    <a:pt x="642842" y="261366"/>
                    <a:pt x="642842" y="241554"/>
                    <a:pt x="642842" y="241554"/>
                  </a:cubicBezTo>
                  <a:lnTo>
                    <a:pt x="642842" y="79057"/>
                  </a:lnTo>
                  <a:cubicBezTo>
                    <a:pt x="642842" y="47339"/>
                    <a:pt x="614172" y="24575"/>
                    <a:pt x="614172" y="24575"/>
                  </a:cubicBezTo>
                  <a:cubicBezTo>
                    <a:pt x="597884" y="8287"/>
                    <a:pt x="563404" y="7144"/>
                    <a:pt x="563404" y="7144"/>
                  </a:cubicBezTo>
                  <a:cubicBezTo>
                    <a:pt x="524542" y="7144"/>
                    <a:pt x="497396" y="28099"/>
                    <a:pt x="497396" y="28099"/>
                  </a:cubicBezTo>
                  <a:cubicBezTo>
                    <a:pt x="480346" y="39815"/>
                    <a:pt x="465582" y="55626"/>
                    <a:pt x="465582" y="55626"/>
                  </a:cubicBezTo>
                  <a:cubicBezTo>
                    <a:pt x="458629" y="62579"/>
                    <a:pt x="453962" y="55054"/>
                    <a:pt x="453962" y="55054"/>
                  </a:cubicBezTo>
                  <a:cubicBezTo>
                    <a:pt x="445199" y="36957"/>
                    <a:pt x="427673" y="22289"/>
                    <a:pt x="427673" y="22289"/>
                  </a:cubicBezTo>
                  <a:cubicBezTo>
                    <a:pt x="413004" y="8287"/>
                    <a:pt x="386715" y="8954"/>
                    <a:pt x="386715" y="8954"/>
                  </a:cubicBezTo>
                  <a:cubicBezTo>
                    <a:pt x="354521" y="8954"/>
                    <a:pt x="325850" y="32766"/>
                    <a:pt x="325850" y="32766"/>
                  </a:cubicBezTo>
                  <a:cubicBezTo>
                    <a:pt x="311753" y="42196"/>
                    <a:pt x="290322" y="67246"/>
                    <a:pt x="290322" y="67246"/>
                  </a:cubicBezTo>
                  <a:cubicBezTo>
                    <a:pt x="286703" y="71438"/>
                    <a:pt x="282607" y="66770"/>
                    <a:pt x="282607" y="66770"/>
                  </a:cubicBezTo>
                  <a:cubicBezTo>
                    <a:pt x="276796" y="58007"/>
                    <a:pt x="265557" y="47339"/>
                    <a:pt x="265557" y="47339"/>
                  </a:cubicBezTo>
                  <a:cubicBezTo>
                    <a:pt x="229362" y="9906"/>
                    <a:pt x="162211" y="9430"/>
                    <a:pt x="162211" y="9430"/>
                  </a:cubicBezTo>
                  <a:cubicBezTo>
                    <a:pt x="94869" y="9430"/>
                    <a:pt x="52769" y="51626"/>
                    <a:pt x="52769" y="51626"/>
                  </a:cubicBezTo>
                  <a:cubicBezTo>
                    <a:pt x="9620" y="88964"/>
                    <a:pt x="7144" y="161449"/>
                    <a:pt x="7144" y="161449"/>
                  </a:cubicBezTo>
                  <a:cubicBezTo>
                    <a:pt x="7144" y="235839"/>
                    <a:pt x="56864" y="275939"/>
                    <a:pt x="56864" y="275939"/>
                  </a:cubicBezTo>
                  <a:cubicBezTo>
                    <a:pt x="95250" y="314801"/>
                    <a:pt x="162687" y="314801"/>
                    <a:pt x="162687" y="314801"/>
                  </a:cubicBezTo>
                  <a:cubicBezTo>
                    <a:pt x="230505" y="314801"/>
                    <a:pt x="271272" y="270796"/>
                    <a:pt x="271272" y="270796"/>
                  </a:cubicBezTo>
                  <a:cubicBezTo>
                    <a:pt x="313468" y="232220"/>
                    <a:pt x="312801" y="166116"/>
                    <a:pt x="312801" y="166116"/>
                  </a:cubicBezTo>
                  <a:cubicBezTo>
                    <a:pt x="312801" y="152019"/>
                    <a:pt x="310610" y="139827"/>
                    <a:pt x="310610" y="139827"/>
                  </a:cubicBezTo>
                  <a:cubicBezTo>
                    <a:pt x="307467" y="131540"/>
                    <a:pt x="313373" y="126492"/>
                    <a:pt x="313373" y="126492"/>
                  </a:cubicBezTo>
                  <a:cubicBezTo>
                    <a:pt x="320421" y="117634"/>
                    <a:pt x="332804" y="115824"/>
                    <a:pt x="332804" y="115824"/>
                  </a:cubicBezTo>
                  <a:cubicBezTo>
                    <a:pt x="346043" y="115824"/>
                    <a:pt x="346805" y="132874"/>
                    <a:pt x="346805" y="132874"/>
                  </a:cubicBezTo>
                  <a:lnTo>
                    <a:pt x="346805" y="312420"/>
                  </a:lnTo>
                  <a:lnTo>
                    <a:pt x="462534" y="312420"/>
                  </a:lnTo>
                  <a:lnTo>
                    <a:pt x="462534" y="137446"/>
                  </a:lnTo>
                  <a:cubicBezTo>
                    <a:pt x="462534" y="109442"/>
                    <a:pt x="496443" y="108776"/>
                    <a:pt x="496443" y="108776"/>
                  </a:cubicBezTo>
                  <a:cubicBezTo>
                    <a:pt x="527018" y="108776"/>
                    <a:pt x="527018" y="133445"/>
                    <a:pt x="527018" y="133445"/>
                  </a:cubicBezTo>
                  <a:lnTo>
                    <a:pt x="527018" y="249746"/>
                  </a:lnTo>
                  <a:cubicBezTo>
                    <a:pt x="527018" y="311753"/>
                    <a:pt x="583597" y="312325"/>
                    <a:pt x="583597" y="312325"/>
                  </a:cubicBezTo>
                  <a:lnTo>
                    <a:pt x="677894" y="312325"/>
                  </a:lnTo>
                  <a:lnTo>
                    <a:pt x="677894" y="262128"/>
                  </a:lnTo>
                  <a:lnTo>
                    <a:pt x="660273" y="262128"/>
                  </a:lnTo>
                  <a:close/>
                  <a:moveTo>
                    <a:pt x="196596" y="161830"/>
                  </a:moveTo>
                  <a:cubicBezTo>
                    <a:pt x="194977" y="206312"/>
                    <a:pt x="186595" y="222123"/>
                    <a:pt x="186595" y="222123"/>
                  </a:cubicBezTo>
                  <a:cubicBezTo>
                    <a:pt x="179642" y="236887"/>
                    <a:pt x="160401" y="236125"/>
                    <a:pt x="160401" y="236125"/>
                  </a:cubicBezTo>
                  <a:lnTo>
                    <a:pt x="159544" y="236125"/>
                  </a:lnTo>
                  <a:cubicBezTo>
                    <a:pt x="159544" y="236125"/>
                    <a:pt x="140303" y="236982"/>
                    <a:pt x="133159" y="222123"/>
                  </a:cubicBezTo>
                  <a:cubicBezTo>
                    <a:pt x="133159" y="222123"/>
                    <a:pt x="125158" y="206216"/>
                    <a:pt x="123349" y="161830"/>
                  </a:cubicBezTo>
                  <a:lnTo>
                    <a:pt x="123349" y="161449"/>
                  </a:lnTo>
                  <a:cubicBezTo>
                    <a:pt x="125158" y="116967"/>
                    <a:pt x="133159" y="101251"/>
                    <a:pt x="133159" y="101251"/>
                  </a:cubicBezTo>
                  <a:cubicBezTo>
                    <a:pt x="140208" y="86296"/>
                    <a:pt x="159544" y="87249"/>
                    <a:pt x="159544" y="87249"/>
                  </a:cubicBezTo>
                  <a:lnTo>
                    <a:pt x="160401" y="87249"/>
                  </a:lnTo>
                  <a:cubicBezTo>
                    <a:pt x="160401" y="87249"/>
                    <a:pt x="179546" y="86296"/>
                    <a:pt x="186595" y="101251"/>
                  </a:cubicBezTo>
                  <a:cubicBezTo>
                    <a:pt x="186595" y="101251"/>
                    <a:pt x="194882" y="116967"/>
                    <a:pt x="196596" y="161449"/>
                  </a:cubicBezTo>
                  <a:lnTo>
                    <a:pt x="196596" y="161830"/>
                  </a:lnTo>
                  <a:close/>
                </a:path>
              </a:pathLst>
            </a:custGeom>
            <a:solidFill>
              <a:schemeClr val="dk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8.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8.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0.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84.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84.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84.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87"/>
          <p:cNvSpPr txBox="1">
            <a:spLocks noGrp="1"/>
          </p:cNvSpPr>
          <p:nvPr>
            <p:ph type="body" idx="2"/>
          </p:nvPr>
        </p:nvSpPr>
        <p:spPr>
          <a:xfrm>
            <a:off x="-47400" y="2677800"/>
            <a:ext cx="9238800" cy="649200"/>
          </a:xfrm>
          <a:prstGeom prst="rect">
            <a:avLst/>
          </a:prstGeom>
          <a:effectLst>
            <a:outerShdw blurRad="57150" dist="19050" dir="6600000" algn="bl" rotWithShape="0">
              <a:srgbClr val="000000">
                <a:alpha val="50000"/>
              </a:srgbClr>
            </a:outerShdw>
          </a:effectLst>
        </p:spPr>
        <p:txBody>
          <a:bodyPr spcFirstLastPara="1" wrap="square" lIns="0" tIns="0" rIns="0" bIns="0" anchor="b" anchorCtr="0">
            <a:noAutofit/>
          </a:bodyPr>
          <a:lstStyle/>
          <a:p>
            <a:pPr marL="0" lvl="0" indent="0" algn="ctr" rtl="0">
              <a:spcBef>
                <a:spcPts val="500"/>
              </a:spcBef>
              <a:spcAft>
                <a:spcPts val="0"/>
              </a:spcAft>
              <a:buNone/>
            </a:pPr>
            <a:r>
              <a:rPr lang="es"/>
              <a:t>TENNIS &amp; PADEL</a:t>
            </a:r>
            <a:endParaRPr/>
          </a:p>
          <a:p>
            <a:pPr marL="0" lvl="0" indent="0" algn="ctr" rtl="0">
              <a:spcBef>
                <a:spcPts val="500"/>
              </a:spcBef>
              <a:spcAft>
                <a:spcPts val="0"/>
              </a:spcAft>
              <a:buNone/>
            </a:pPr>
            <a:r>
              <a:rPr lang="es"/>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88"/>
          <p:cNvSpPr txBox="1">
            <a:spLocks noGrp="1"/>
          </p:cNvSpPr>
          <p:nvPr>
            <p:ph type="body" idx="1"/>
          </p:nvPr>
        </p:nvSpPr>
        <p:spPr>
          <a:xfrm>
            <a:off x="843803" y="2385905"/>
            <a:ext cx="7456500" cy="1553100"/>
          </a:xfrm>
          <a:prstGeom prst="rect">
            <a:avLst/>
          </a:prstGeom>
        </p:spPr>
        <p:txBody>
          <a:bodyPr spcFirstLastPara="1" wrap="square" lIns="0" tIns="0" rIns="0" bIns="0" anchor="ctr" anchorCtr="0">
            <a:spAutoFit/>
          </a:bodyPr>
          <a:lstStyle/>
          <a:p>
            <a:pPr marL="0" lvl="0" indent="0" algn="ctr" rtl="0">
              <a:spcBef>
                <a:spcPts val="500"/>
              </a:spcBef>
              <a:spcAft>
                <a:spcPts val="0"/>
              </a:spcAft>
              <a:buNone/>
            </a:pPr>
            <a:r>
              <a:rPr lang="es" sz="3050">
                <a:solidFill>
                  <a:srgbClr val="D60038"/>
                </a:solidFill>
                <a:latin typeface="Roboto Serif"/>
                <a:ea typeface="Roboto Serif"/>
                <a:cs typeface="Roboto Serif"/>
                <a:sym typeface="Roboto Serif"/>
              </a:rPr>
              <a:t>RAQUETAS</a:t>
            </a:r>
            <a:endParaRPr sz="3050">
              <a:solidFill>
                <a:srgbClr val="D60038"/>
              </a:solidFill>
              <a:latin typeface="Roboto Serif"/>
              <a:ea typeface="Roboto Serif"/>
              <a:cs typeface="Roboto Serif"/>
              <a:sym typeface="Roboto Serif"/>
            </a:endParaRPr>
          </a:p>
          <a:p>
            <a:pPr marL="0" lvl="0" indent="0" algn="ctr" rtl="0">
              <a:spcBef>
                <a:spcPts val="500"/>
              </a:spcBef>
              <a:spcAft>
                <a:spcPts val="0"/>
              </a:spcAft>
              <a:buNone/>
            </a:pPr>
            <a:endParaRPr sz="3050">
              <a:solidFill>
                <a:srgbClr val="D60038"/>
              </a:solidFill>
              <a:latin typeface="Roboto Serif"/>
              <a:ea typeface="Roboto Serif"/>
              <a:cs typeface="Roboto Serif"/>
              <a:sym typeface="Roboto Serif"/>
            </a:endParaRPr>
          </a:p>
          <a:p>
            <a:pPr marL="0" lvl="0" indent="0" algn="ctr" rtl="0">
              <a:spcBef>
                <a:spcPts val="500"/>
              </a:spcBef>
              <a:spcAft>
                <a:spcPts val="0"/>
              </a:spcAft>
              <a:buNone/>
            </a:pPr>
            <a:endParaRPr sz="1950">
              <a:solidFill>
                <a:srgbClr val="D60038"/>
              </a:solidFill>
              <a:latin typeface="Roboto Serif"/>
              <a:ea typeface="Roboto Serif"/>
              <a:cs typeface="Roboto Serif"/>
              <a:sym typeface="Roboto Serif"/>
            </a:endParaRPr>
          </a:p>
          <a:p>
            <a:pPr marL="0" lvl="0" indent="0" algn="ctr" rtl="0">
              <a:spcBef>
                <a:spcPts val="500"/>
              </a:spcBef>
              <a:spcAft>
                <a:spcPts val="0"/>
              </a:spcAft>
              <a:buNone/>
            </a:pPr>
            <a:endParaRPr>
              <a:solidFill>
                <a:srgbClr val="D60038"/>
              </a:solidFill>
              <a:latin typeface="Roboto Serif"/>
              <a:ea typeface="Roboto Serif"/>
              <a:cs typeface="Roboto Serif"/>
              <a:sym typeface="Roboto Serif"/>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91"/>
        <p:cNvGrpSpPr/>
        <p:nvPr/>
      </p:nvGrpSpPr>
      <p:grpSpPr>
        <a:xfrm>
          <a:off x="0" y="0"/>
          <a:ext cx="0" cy="0"/>
          <a:chOff x="0" y="0"/>
          <a:chExt cx="0" cy="0"/>
        </a:xfrm>
      </p:grpSpPr>
      <p:sp>
        <p:nvSpPr>
          <p:cNvPr id="592" name="Google Shape;592;p89"/>
          <p:cNvSpPr txBox="1">
            <a:spLocks noGrp="1"/>
          </p:cNvSpPr>
          <p:nvPr>
            <p:ph type="body" idx="1"/>
          </p:nvPr>
        </p:nvSpPr>
        <p:spPr>
          <a:xfrm>
            <a:off x="843803" y="2368593"/>
            <a:ext cx="7456500" cy="369300"/>
          </a:xfrm>
          <a:prstGeom prst="rect">
            <a:avLst/>
          </a:prstGeom>
        </p:spPr>
        <p:txBody>
          <a:bodyPr spcFirstLastPara="1" wrap="square" lIns="0" tIns="0" rIns="0" bIns="0" anchor="ctr" anchorCtr="0">
            <a:spAutoFit/>
          </a:bodyPr>
          <a:lstStyle/>
          <a:p>
            <a:pPr marL="0" lvl="0" indent="0" algn="ctr" rtl="0">
              <a:spcBef>
                <a:spcPts val="500"/>
              </a:spcBef>
              <a:spcAft>
                <a:spcPts val="0"/>
              </a:spcAft>
              <a:buNone/>
            </a:pPr>
            <a:endParaRPr/>
          </a:p>
        </p:txBody>
      </p:sp>
      <p:pic>
        <p:nvPicPr>
          <p:cNvPr id="593" name="Google Shape;593;p89"/>
          <p:cNvPicPr preferRelativeResize="0"/>
          <p:nvPr/>
        </p:nvPicPr>
        <p:blipFill rotWithShape="1">
          <a:blip r:embed="rId3">
            <a:alphaModFix/>
          </a:blip>
          <a:srcRect l="17157" r="18369"/>
          <a:stretch/>
        </p:blipFill>
        <p:spPr>
          <a:xfrm>
            <a:off x="0" y="0"/>
            <a:ext cx="9144003"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7"/>
        <p:cNvGrpSpPr/>
        <p:nvPr/>
      </p:nvGrpSpPr>
      <p:grpSpPr>
        <a:xfrm>
          <a:off x="0" y="0"/>
          <a:ext cx="0" cy="0"/>
          <a:chOff x="0" y="0"/>
          <a:chExt cx="0" cy="0"/>
        </a:xfrm>
      </p:grpSpPr>
      <p:sp>
        <p:nvSpPr>
          <p:cNvPr id="598" name="Google Shape;598;p90"/>
          <p:cNvSpPr txBox="1"/>
          <p:nvPr/>
        </p:nvSpPr>
        <p:spPr>
          <a:xfrm>
            <a:off x="1171050" y="369650"/>
            <a:ext cx="6801900" cy="36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100" b="1">
                <a:solidFill>
                  <a:schemeClr val="dk2"/>
                </a:solidFill>
                <a:latin typeface="Trebuchet MS"/>
                <a:ea typeface="Trebuchet MS"/>
                <a:cs typeface="Trebuchet MS"/>
                <a:sym typeface="Trebuchet MS"/>
              </a:rPr>
              <a:t>¿QUÉ ASPECTOS DEBEMOS DE TENER EN CUENTA?</a:t>
            </a:r>
            <a:endParaRPr sz="2100" b="1">
              <a:solidFill>
                <a:schemeClr val="dk2"/>
              </a:solidFill>
              <a:latin typeface="Trebuchet MS"/>
              <a:ea typeface="Trebuchet MS"/>
              <a:cs typeface="Trebuchet MS"/>
              <a:sym typeface="Trebuchet MS"/>
            </a:endParaRPr>
          </a:p>
        </p:txBody>
      </p:sp>
      <p:graphicFrame>
        <p:nvGraphicFramePr>
          <p:cNvPr id="599" name="Google Shape;599;p90"/>
          <p:cNvGraphicFramePr/>
          <p:nvPr/>
        </p:nvGraphicFramePr>
        <p:xfrm>
          <a:off x="952500" y="1046050"/>
          <a:ext cx="3000000" cy="3000000"/>
        </p:xfrm>
        <a:graphic>
          <a:graphicData uri="http://schemas.openxmlformats.org/drawingml/2006/table">
            <a:tbl>
              <a:tblPr>
                <a:noFill/>
                <a:tableStyleId>{49271FAC-A121-4344-B234-24950B8BD5E7}</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r>
                        <a:rPr lang="es" b="1">
                          <a:latin typeface="Nunito"/>
                          <a:ea typeface="Nunito"/>
                          <a:cs typeface="Nunito"/>
                          <a:sym typeface="Nunito"/>
                        </a:rPr>
                        <a:t>TAMAÑO DEL ARO</a:t>
                      </a:r>
                      <a:endParaRPr b="1">
                        <a:latin typeface="Nunito"/>
                        <a:ea typeface="Nunito"/>
                        <a:cs typeface="Nunito"/>
                        <a:sym typeface="Nunito"/>
                      </a:endParaRPr>
                    </a:p>
                  </a:txBody>
                  <a:tcPr marL="91425" marR="91425" marT="91425" marB="91425"/>
                </a:tc>
                <a:tc>
                  <a:txBody>
                    <a:bodyPr/>
                    <a:lstStyle/>
                    <a:p>
                      <a:pPr marL="0" lvl="0" indent="0" algn="ctr" rtl="0">
                        <a:lnSpc>
                          <a:spcPct val="115000"/>
                        </a:lnSpc>
                        <a:spcBef>
                          <a:spcPts val="1200"/>
                        </a:spcBef>
                        <a:spcAft>
                          <a:spcPts val="1200"/>
                        </a:spcAft>
                        <a:buNone/>
                      </a:pPr>
                      <a:r>
                        <a:rPr lang="es" b="1">
                          <a:solidFill>
                            <a:schemeClr val="dk1"/>
                          </a:solidFill>
                          <a:latin typeface="Nunito"/>
                          <a:ea typeface="Nunito"/>
                          <a:cs typeface="Nunito"/>
                          <a:sym typeface="Nunito"/>
                        </a:rPr>
                        <a:t>BALANCE</a:t>
                      </a:r>
                      <a:endParaRPr sz="1700"/>
                    </a:p>
                  </a:txBody>
                  <a:tcPr marL="91425" marR="91425" marT="91425" marB="91425"/>
                </a:tc>
                <a:tc>
                  <a:txBody>
                    <a:bodyPr/>
                    <a:lstStyle/>
                    <a:p>
                      <a:pPr marL="0" lvl="0" indent="0" algn="ctr" rtl="0">
                        <a:spcBef>
                          <a:spcPts val="0"/>
                        </a:spcBef>
                        <a:spcAft>
                          <a:spcPts val="0"/>
                        </a:spcAft>
                        <a:buNone/>
                      </a:pPr>
                      <a:r>
                        <a:rPr lang="es" b="1">
                          <a:latin typeface="Nunito"/>
                          <a:ea typeface="Nunito"/>
                          <a:cs typeface="Nunito"/>
                          <a:sym typeface="Nunito"/>
                        </a:rPr>
                        <a:t>PESO</a:t>
                      </a:r>
                      <a:endParaRPr b="1">
                        <a:latin typeface="Nunito"/>
                        <a:ea typeface="Nunito"/>
                        <a:cs typeface="Nunito"/>
                        <a:sym typeface="Nunito"/>
                      </a:endParaRPr>
                    </a:p>
                  </a:txBody>
                  <a:tcPr marL="91425" marR="91425" marT="91425" marB="91425"/>
                </a:tc>
                <a:tc>
                  <a:txBody>
                    <a:bodyPr/>
                    <a:lstStyle/>
                    <a:p>
                      <a:pPr marL="0" lvl="0" indent="0" algn="ctr" rtl="0">
                        <a:spcBef>
                          <a:spcPts val="0"/>
                        </a:spcBef>
                        <a:spcAft>
                          <a:spcPts val="0"/>
                        </a:spcAft>
                        <a:buNone/>
                      </a:pPr>
                      <a:r>
                        <a:rPr lang="es" b="1">
                          <a:latin typeface="Nunito"/>
                          <a:ea typeface="Nunito"/>
                          <a:cs typeface="Nunito"/>
                          <a:sym typeface="Nunito"/>
                        </a:rPr>
                        <a:t>RIGIDEZ</a:t>
                      </a:r>
                      <a:endParaRPr b="1">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s" sz="1300">
                          <a:latin typeface="Nunito"/>
                          <a:ea typeface="Nunito"/>
                          <a:cs typeface="Nunito"/>
                          <a:sym typeface="Nunito"/>
                        </a:rPr>
                        <a:t>El tamaño del aro puede ir desde aproximadamente 97 hasta 110. Mientras más grande sea el aro/cabeza, mayor será el punto dulce, es decir, mayor será la zona de golpeo (mayor margen de error).</a:t>
                      </a:r>
                      <a:endParaRPr sz="1300">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s" sz="1300">
                          <a:latin typeface="Nunito"/>
                          <a:ea typeface="Nunito"/>
                          <a:cs typeface="Nunito"/>
                          <a:sym typeface="Nunito"/>
                        </a:rPr>
                        <a:t>El balance está fuertemente relacionado con el peso de la raqueta. Cuando el balance tiende al aro, es una raqueta de potencia. Por otro lado, cuando el peso se distribuye hacia el mango, es una raqueta de control.</a:t>
                      </a:r>
                      <a:endParaRPr sz="1300">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s" sz="1300">
                          <a:latin typeface="Nunito"/>
                          <a:ea typeface="Nunito"/>
                          <a:cs typeface="Nunito"/>
                          <a:sym typeface="Nunito"/>
                        </a:rPr>
                        <a:t>El peso juega un papel fundamental en la elección de una raqueta. Mientras más pesada, mayor inercia se requiere, es decir, que se requiere usar mayor fuerza para </a:t>
                      </a:r>
                      <a:r>
                        <a:rPr lang="es" sz="1300" b="1">
                          <a:latin typeface="Nunito"/>
                          <a:ea typeface="Nunito"/>
                          <a:cs typeface="Nunito"/>
                          <a:sym typeface="Nunito"/>
                        </a:rPr>
                        <a:t>CONTROLAR </a:t>
                      </a:r>
                      <a:r>
                        <a:rPr lang="es" sz="1300">
                          <a:latin typeface="Nunito"/>
                          <a:ea typeface="Nunito"/>
                          <a:cs typeface="Nunito"/>
                          <a:sym typeface="Nunito"/>
                        </a:rPr>
                        <a:t>la raqueta.</a:t>
                      </a:r>
                      <a:endParaRPr sz="1300">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s" sz="1300">
                          <a:latin typeface="Nunito"/>
                          <a:ea typeface="Nunito"/>
                          <a:cs typeface="Nunito"/>
                          <a:sym typeface="Nunito"/>
                        </a:rPr>
                        <a:t>La rigidez de la raqueta está ligada a su peso y al material. Mientras más flexible sea, mayor será la absorción de energía de la misma, lo que se traduce en menor potencia.</a:t>
                      </a:r>
                      <a:endParaRPr sz="1300">
                        <a:latin typeface="Nunito"/>
                        <a:ea typeface="Nunito"/>
                        <a:cs typeface="Nunito"/>
                        <a:sym typeface="Nunito"/>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3"/>
        <p:cNvGrpSpPr/>
        <p:nvPr/>
      </p:nvGrpSpPr>
      <p:grpSpPr>
        <a:xfrm>
          <a:off x="0" y="0"/>
          <a:ext cx="0" cy="0"/>
          <a:chOff x="0" y="0"/>
          <a:chExt cx="0" cy="0"/>
        </a:xfrm>
      </p:grpSpPr>
      <p:sp>
        <p:nvSpPr>
          <p:cNvPr id="604" name="Google Shape;604;p91"/>
          <p:cNvSpPr txBox="1"/>
          <p:nvPr/>
        </p:nvSpPr>
        <p:spPr>
          <a:xfrm>
            <a:off x="288575" y="51525"/>
            <a:ext cx="3501900" cy="7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100" b="1">
                <a:solidFill>
                  <a:srgbClr val="073763"/>
                </a:solidFill>
              </a:rPr>
              <a:t>WILSON ULTRA</a:t>
            </a:r>
            <a:endParaRPr sz="3100" b="1">
              <a:solidFill>
                <a:srgbClr val="073763"/>
              </a:solidFill>
            </a:endParaRPr>
          </a:p>
        </p:txBody>
      </p:sp>
      <p:sp>
        <p:nvSpPr>
          <p:cNvPr id="605" name="Google Shape;605;p91"/>
          <p:cNvSpPr txBox="1"/>
          <p:nvPr/>
        </p:nvSpPr>
        <p:spPr>
          <a:xfrm>
            <a:off x="-488425" y="745250"/>
            <a:ext cx="6769800" cy="4773600"/>
          </a:xfrm>
          <a:prstGeom prst="rect">
            <a:avLst/>
          </a:prstGeom>
          <a:noFill/>
          <a:ln>
            <a:noFill/>
          </a:ln>
        </p:spPr>
        <p:txBody>
          <a:bodyPr spcFirstLastPara="1" wrap="square" lIns="91425" tIns="91425" rIns="91425" bIns="91425" anchor="t" anchorCtr="0">
            <a:spAutoFit/>
          </a:bodyPr>
          <a:lstStyle/>
          <a:p>
            <a:pPr marL="914400" lvl="1" indent="-304800" algn="l" rtl="0">
              <a:lnSpc>
                <a:spcPct val="115000"/>
              </a:lnSpc>
              <a:spcBef>
                <a:spcPts val="1200"/>
              </a:spcBef>
              <a:spcAft>
                <a:spcPts val="0"/>
              </a:spcAft>
              <a:buClr>
                <a:schemeClr val="dk1"/>
              </a:buClr>
              <a:buSzPts val="1200"/>
              <a:buFont typeface="Nunito"/>
              <a:buChar char="○"/>
            </a:pPr>
            <a:r>
              <a:rPr lang="es" sz="1100" b="1" dirty="0">
                <a:solidFill>
                  <a:schemeClr val="dk1"/>
                </a:solidFill>
                <a:latin typeface="Nunito"/>
                <a:ea typeface="Nunito"/>
                <a:cs typeface="Nunito"/>
                <a:sym typeface="Nunito"/>
              </a:rPr>
              <a:t>Tamaño del aro: </a:t>
            </a:r>
            <a:r>
              <a:rPr lang="es" sz="1000" dirty="0">
                <a:solidFill>
                  <a:schemeClr val="dk1"/>
                </a:solidFill>
                <a:latin typeface="Nunito"/>
                <a:ea typeface="Nunito"/>
                <a:cs typeface="Nunito"/>
                <a:sym typeface="Nunito"/>
              </a:rPr>
              <a:t>Grande(100-110 pulgadas²). Una raqueta que emana potencia</a:t>
            </a:r>
            <a:r>
              <a:rPr lang="es" sz="1050" dirty="0">
                <a:solidFill>
                  <a:srgbClr val="282828"/>
                </a:solidFill>
                <a:latin typeface="Nunito"/>
                <a:ea typeface="Nunito"/>
                <a:cs typeface="Nunito"/>
                <a:sym typeface="Nunito"/>
              </a:rPr>
              <a:t> en el momento del impacto, ofreciendo un punto de dulce más grande y aumentando el tiempo de permanencia de la pelota en las cuerdas, creando una mejor sensación y energía, complementada por el innovador sistema de ojales, con más potencia que genera una intensidad explosiva.</a:t>
            </a:r>
            <a:endParaRPr sz="1000" dirty="0">
              <a:solidFill>
                <a:schemeClr val="dk1"/>
              </a:solidFill>
              <a:latin typeface="Nunito"/>
              <a:ea typeface="Nunito"/>
              <a:cs typeface="Nunito"/>
              <a:sym typeface="Nunito"/>
            </a:endParaRPr>
          </a:p>
          <a:p>
            <a:pPr marL="0" lvl="0" indent="0" algn="l" rtl="0">
              <a:lnSpc>
                <a:spcPct val="6000"/>
              </a:lnSpc>
              <a:spcBef>
                <a:spcPts val="1200"/>
              </a:spcBef>
              <a:spcAft>
                <a:spcPts val="0"/>
              </a:spcAft>
              <a:buNone/>
            </a:pPr>
            <a:endParaRPr sz="1000" dirty="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dirty="0">
                <a:solidFill>
                  <a:schemeClr val="dk1"/>
                </a:solidFill>
                <a:latin typeface="Nunito"/>
                <a:ea typeface="Nunito"/>
                <a:cs typeface="Nunito"/>
                <a:sym typeface="Nunito"/>
              </a:rPr>
              <a:t>Balance</a:t>
            </a:r>
            <a:r>
              <a:rPr lang="es" sz="1100" dirty="0">
                <a:solidFill>
                  <a:schemeClr val="dk1"/>
                </a:solidFill>
                <a:latin typeface="Nunito"/>
                <a:ea typeface="Nunito"/>
                <a:cs typeface="Nunito"/>
                <a:sym typeface="Nunito"/>
              </a:rPr>
              <a:t>: </a:t>
            </a:r>
            <a:r>
              <a:rPr lang="es" sz="1000" dirty="0">
                <a:solidFill>
                  <a:schemeClr val="dk1"/>
                </a:solidFill>
                <a:latin typeface="Nunito"/>
                <a:ea typeface="Nunito"/>
                <a:cs typeface="Nunito"/>
                <a:sym typeface="Nunito"/>
              </a:rPr>
              <a:t>Ligeramente hacia la cabeza. </a:t>
            </a:r>
            <a:r>
              <a:rPr lang="es" sz="1000">
                <a:solidFill>
                  <a:schemeClr val="dk1"/>
                </a:solidFill>
                <a:latin typeface="Nunito"/>
                <a:ea typeface="Nunito"/>
                <a:cs typeface="Nunito"/>
                <a:sym typeface="Nunito"/>
              </a:rPr>
              <a:t>A diferencia de la línea </a:t>
            </a:r>
            <a:r>
              <a:rPr lang="es" sz="1000" b="1">
                <a:solidFill>
                  <a:schemeClr val="dk1"/>
                </a:solidFill>
                <a:latin typeface="Nunito"/>
                <a:ea typeface="Nunito"/>
                <a:cs typeface="Nunito"/>
                <a:sym typeface="Nunito"/>
              </a:rPr>
              <a:t>Clash</a:t>
            </a:r>
            <a:r>
              <a:rPr lang="es" sz="1000">
                <a:solidFill>
                  <a:schemeClr val="dk1"/>
                </a:solidFill>
                <a:latin typeface="Nunito"/>
                <a:ea typeface="Nunito"/>
                <a:cs typeface="Nunito"/>
                <a:sym typeface="Nunito"/>
              </a:rPr>
              <a:t>, este modelo contiene un balance tendiente a la cabeza, lo cual complementa a una mayor potencia de impacto acompañada de una sensación inigualable</a:t>
            </a:r>
            <a:endParaRPr sz="1100" dirty="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dirty="0">
              <a:solidFill>
                <a:schemeClr val="dk1"/>
              </a:solidFill>
              <a:latin typeface="Nunito"/>
              <a:ea typeface="Nunito"/>
              <a:cs typeface="Nunito"/>
              <a:sym typeface="Nunito"/>
            </a:endParaRPr>
          </a:p>
          <a:p>
            <a:pPr marL="914400" lvl="1" indent="-304800" algn="l" rtl="0">
              <a:lnSpc>
                <a:spcPct val="10000"/>
              </a:lnSpc>
              <a:spcBef>
                <a:spcPts val="1200"/>
              </a:spcBef>
              <a:spcAft>
                <a:spcPts val="0"/>
              </a:spcAft>
              <a:buClr>
                <a:schemeClr val="dk1"/>
              </a:buClr>
              <a:buSzPts val="1200"/>
              <a:buChar char="○"/>
            </a:pPr>
            <a:r>
              <a:rPr lang="es" sz="1100" b="1" dirty="0">
                <a:solidFill>
                  <a:schemeClr val="dk1"/>
                </a:solidFill>
                <a:latin typeface="Nunito"/>
                <a:ea typeface="Nunito"/>
                <a:cs typeface="Nunito"/>
                <a:sym typeface="Nunito"/>
              </a:rPr>
              <a:t>Rigidez</a:t>
            </a:r>
            <a:r>
              <a:rPr lang="es" sz="1100" dirty="0">
                <a:solidFill>
                  <a:schemeClr val="dk1"/>
                </a:solidFill>
                <a:latin typeface="Nunito"/>
                <a:ea typeface="Nunito"/>
                <a:cs typeface="Nunito"/>
                <a:sym typeface="Nunito"/>
              </a:rPr>
              <a:t>: </a:t>
            </a:r>
            <a:r>
              <a:rPr lang="es" sz="1000" dirty="0">
                <a:solidFill>
                  <a:schemeClr val="dk1"/>
                </a:solidFill>
                <a:latin typeface="Nunito"/>
                <a:ea typeface="Nunito"/>
                <a:cs typeface="Nunito"/>
                <a:sym typeface="Nunito"/>
              </a:rPr>
              <a:t> Con una rigidez media, esta raqueta nos proporcionará un buen equilibrio</a:t>
            </a:r>
            <a:endParaRPr sz="1000" dirty="0">
              <a:solidFill>
                <a:schemeClr val="dk1"/>
              </a:solidFill>
              <a:latin typeface="Nunito"/>
              <a:ea typeface="Nunito"/>
              <a:cs typeface="Nunito"/>
              <a:sym typeface="Nunito"/>
            </a:endParaRPr>
          </a:p>
          <a:p>
            <a:pPr marL="0" lvl="0" indent="0" algn="l" rtl="0">
              <a:lnSpc>
                <a:spcPct val="10000"/>
              </a:lnSpc>
              <a:spcBef>
                <a:spcPts val="1200"/>
              </a:spcBef>
              <a:spcAft>
                <a:spcPts val="0"/>
              </a:spcAft>
              <a:buNone/>
            </a:pPr>
            <a:endParaRPr sz="1000" dirty="0">
              <a:solidFill>
                <a:schemeClr val="dk1"/>
              </a:solidFill>
              <a:latin typeface="Nunito"/>
              <a:ea typeface="Nunito"/>
              <a:cs typeface="Nunito"/>
              <a:sym typeface="Nunito"/>
            </a:endParaRPr>
          </a:p>
          <a:p>
            <a:pPr marL="0" lvl="0" indent="0" algn="l" rtl="0">
              <a:lnSpc>
                <a:spcPct val="10000"/>
              </a:lnSpc>
              <a:spcBef>
                <a:spcPts val="1200"/>
              </a:spcBef>
              <a:spcAft>
                <a:spcPts val="0"/>
              </a:spcAft>
              <a:buNone/>
            </a:pPr>
            <a:endParaRPr sz="1000" dirty="0">
              <a:solidFill>
                <a:schemeClr val="dk1"/>
              </a:solidFill>
              <a:latin typeface="Nunito"/>
              <a:ea typeface="Nunito"/>
              <a:cs typeface="Nunito"/>
              <a:sym typeface="Nunito"/>
            </a:endParaRPr>
          </a:p>
          <a:p>
            <a:pPr marL="0" lvl="0" indent="0" algn="l" rtl="0">
              <a:lnSpc>
                <a:spcPct val="10000"/>
              </a:lnSpc>
              <a:spcBef>
                <a:spcPts val="1200"/>
              </a:spcBef>
              <a:spcAft>
                <a:spcPts val="0"/>
              </a:spcAft>
              <a:buNone/>
            </a:pPr>
            <a:endParaRPr sz="1000" dirty="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dirty="0">
                <a:solidFill>
                  <a:schemeClr val="dk1"/>
                </a:solidFill>
                <a:latin typeface="Nunito"/>
                <a:ea typeface="Nunito"/>
                <a:cs typeface="Nunito"/>
                <a:sym typeface="Nunito"/>
              </a:rPr>
              <a:t>Peso</a:t>
            </a:r>
            <a:r>
              <a:rPr lang="es" sz="1100" dirty="0">
                <a:solidFill>
                  <a:schemeClr val="dk1"/>
                </a:solidFill>
                <a:latin typeface="Nunito"/>
                <a:ea typeface="Nunito"/>
                <a:cs typeface="Nunito"/>
                <a:sym typeface="Nunito"/>
              </a:rPr>
              <a:t>: </a:t>
            </a:r>
            <a:r>
              <a:rPr lang="es" sz="1000" dirty="0">
                <a:solidFill>
                  <a:schemeClr val="dk1"/>
                </a:solidFill>
                <a:latin typeface="Nunito"/>
                <a:ea typeface="Nunito"/>
                <a:cs typeface="Nunito"/>
                <a:sym typeface="Nunito"/>
              </a:rPr>
              <a:t>Con un peso medio, esta puede llegar a pesar unos 300 gramos sin encordar. No es demasiado pesada ni demasiado ligera, proporcionando un equilibrio que puede beneficiar a varios tipos de jugadores.</a:t>
            </a:r>
            <a:endParaRPr sz="1000" dirty="0">
              <a:solidFill>
                <a:schemeClr val="dk1"/>
              </a:solidFill>
              <a:latin typeface="Nunito"/>
              <a:ea typeface="Nunito"/>
              <a:cs typeface="Nunito"/>
              <a:sym typeface="Nunito"/>
            </a:endParaRPr>
          </a:p>
          <a:p>
            <a:pPr marL="0" lvl="0" indent="0" algn="l" rtl="0">
              <a:lnSpc>
                <a:spcPct val="6000"/>
              </a:lnSpc>
              <a:spcBef>
                <a:spcPts val="1200"/>
              </a:spcBef>
              <a:spcAft>
                <a:spcPts val="0"/>
              </a:spcAft>
              <a:buNone/>
            </a:pPr>
            <a:endParaRPr sz="1100" dirty="0">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dirty="0">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dirty="0">
              <a:solidFill>
                <a:schemeClr val="dk1"/>
              </a:solidFill>
              <a:latin typeface="Nunito"/>
              <a:ea typeface="Nunito"/>
              <a:cs typeface="Nunito"/>
              <a:sym typeface="Nunito"/>
            </a:endParaRPr>
          </a:p>
          <a:p>
            <a:pPr marL="0" lvl="0" indent="0" algn="l" rtl="0">
              <a:lnSpc>
                <a:spcPct val="115000"/>
              </a:lnSpc>
              <a:spcBef>
                <a:spcPts val="1200"/>
              </a:spcBef>
              <a:spcAft>
                <a:spcPts val="1200"/>
              </a:spcAft>
              <a:buNone/>
            </a:pPr>
            <a:endParaRPr sz="1100" b="1" dirty="0">
              <a:solidFill>
                <a:schemeClr val="dk1"/>
              </a:solidFill>
              <a:latin typeface="Nunito"/>
              <a:ea typeface="Nunito"/>
              <a:cs typeface="Nunito"/>
              <a:sym typeface="Nunito"/>
            </a:endParaRPr>
          </a:p>
        </p:txBody>
      </p:sp>
      <p:sp>
        <p:nvSpPr>
          <p:cNvPr id="606" name="Google Shape;606;p91"/>
          <p:cNvSpPr txBox="1"/>
          <p:nvPr/>
        </p:nvSpPr>
        <p:spPr>
          <a:xfrm>
            <a:off x="440925" y="3025103"/>
            <a:ext cx="5509800" cy="62549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000">
                <a:solidFill>
                  <a:schemeClr val="dk1"/>
                </a:solidFill>
                <a:latin typeface="Nunito"/>
                <a:ea typeface="Nunito"/>
                <a:cs typeface="Nunito"/>
                <a:sym typeface="Nunito"/>
              </a:rPr>
              <a:t>entre potencia y control. No es demasiado flexible, lo que podría reducir la potencia de los golpes, ni demasiado rígida, lo que podría sacrificar la comodidad y el control.</a:t>
            </a:r>
            <a:endParaRPr sz="1000">
              <a:solidFill>
                <a:schemeClr val="dk2"/>
              </a:solidFill>
              <a:latin typeface="Nunito"/>
              <a:ea typeface="Nunito"/>
              <a:cs typeface="Nunito"/>
              <a:sym typeface="Nunito"/>
            </a:endParaRPr>
          </a:p>
        </p:txBody>
      </p:sp>
      <p:sp>
        <p:nvSpPr>
          <p:cNvPr id="607" name="Google Shape;607;p91"/>
          <p:cNvSpPr txBox="1"/>
          <p:nvPr/>
        </p:nvSpPr>
        <p:spPr>
          <a:xfrm>
            <a:off x="-488425" y="4327775"/>
            <a:ext cx="7655100" cy="513900"/>
          </a:xfrm>
          <a:prstGeom prst="rect">
            <a:avLst/>
          </a:prstGeom>
          <a:noFill/>
          <a:ln>
            <a:noFill/>
          </a:ln>
        </p:spPr>
        <p:txBody>
          <a:bodyPr spcFirstLastPara="1" wrap="square" lIns="91425" tIns="91425" rIns="91425" bIns="91425" anchor="t" anchorCtr="0">
            <a:noAutofit/>
          </a:bodyPr>
          <a:lstStyle/>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Ideal para</a:t>
            </a:r>
            <a:r>
              <a:rPr lang="es" sz="1100">
                <a:solidFill>
                  <a:schemeClr val="dk1"/>
                </a:solidFill>
                <a:latin typeface="Nunito"/>
                <a:ea typeface="Nunito"/>
                <a:cs typeface="Nunito"/>
                <a:sym typeface="Nunito"/>
              </a:rPr>
              <a:t>:</a:t>
            </a:r>
            <a:r>
              <a:rPr lang="es" sz="1000">
                <a:solidFill>
                  <a:schemeClr val="dk1"/>
                </a:solidFill>
                <a:latin typeface="Nunito"/>
                <a:ea typeface="Nunito"/>
                <a:cs typeface="Nunito"/>
                <a:sym typeface="Nunito"/>
              </a:rPr>
              <a:t> Jugadores ofensivos que busquen dominar la cancha, aunque también suele ser ideal para principiantes, debido a su tecnología FORTYFIVE que reduce vibraciones, evitando así lesiones que busquen potencia en cada impacto. </a:t>
            </a:r>
            <a:endParaRPr sz="1000" b="1">
              <a:solidFill>
                <a:schemeClr val="dk1"/>
              </a:solidFill>
              <a:latin typeface="Nunito"/>
              <a:ea typeface="Nunito"/>
              <a:cs typeface="Nunito"/>
              <a:sym typeface="Nunito"/>
            </a:endParaRPr>
          </a:p>
          <a:p>
            <a:pPr marL="0" lvl="0" indent="0" algn="l" rtl="0">
              <a:lnSpc>
                <a:spcPct val="115000"/>
              </a:lnSpc>
              <a:spcBef>
                <a:spcPts val="1200"/>
              </a:spcBef>
              <a:spcAft>
                <a:spcPts val="0"/>
              </a:spcAft>
              <a:buClr>
                <a:schemeClr val="dk1"/>
              </a:buClr>
              <a:buSzPts val="1100"/>
              <a:buFont typeface="Arial"/>
              <a:buNone/>
            </a:pPr>
            <a:endParaRPr sz="1100" b="1">
              <a:solidFill>
                <a:schemeClr val="dk1"/>
              </a:solidFill>
              <a:latin typeface="Nunito"/>
              <a:ea typeface="Nunito"/>
              <a:cs typeface="Nunito"/>
              <a:sym typeface="Nunito"/>
            </a:endParaRPr>
          </a:p>
          <a:p>
            <a:pPr marL="0" lvl="0" indent="0" algn="l" rtl="0">
              <a:spcBef>
                <a:spcPts val="1200"/>
              </a:spcBef>
              <a:spcAft>
                <a:spcPts val="0"/>
              </a:spcAft>
              <a:buNone/>
            </a:pPr>
            <a:endParaRPr sz="800">
              <a:solidFill>
                <a:schemeClr val="dk2"/>
              </a:solidFill>
            </a:endParaRPr>
          </a:p>
        </p:txBody>
      </p:sp>
      <p:pic>
        <p:nvPicPr>
          <p:cNvPr id="608" name="Google Shape;608;p91"/>
          <p:cNvPicPr preferRelativeResize="0"/>
          <p:nvPr/>
        </p:nvPicPr>
        <p:blipFill>
          <a:blip r:embed="rId3">
            <a:alphaModFix/>
          </a:blip>
          <a:stretch>
            <a:fillRect/>
          </a:stretch>
        </p:blipFill>
        <p:spPr>
          <a:xfrm>
            <a:off x="6699202" y="745250"/>
            <a:ext cx="2089798" cy="35825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2"/>
        <p:cNvGrpSpPr/>
        <p:nvPr/>
      </p:nvGrpSpPr>
      <p:grpSpPr>
        <a:xfrm>
          <a:off x="0" y="0"/>
          <a:ext cx="0" cy="0"/>
          <a:chOff x="0" y="0"/>
          <a:chExt cx="0" cy="0"/>
        </a:xfrm>
      </p:grpSpPr>
      <p:sp>
        <p:nvSpPr>
          <p:cNvPr id="613" name="Google Shape;613;p92"/>
          <p:cNvSpPr txBox="1"/>
          <p:nvPr/>
        </p:nvSpPr>
        <p:spPr>
          <a:xfrm>
            <a:off x="288575" y="51525"/>
            <a:ext cx="3501900" cy="7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100" b="1">
                <a:solidFill>
                  <a:srgbClr val="D60038"/>
                </a:solidFill>
              </a:rPr>
              <a:t>WILSON CLASH</a:t>
            </a:r>
            <a:endParaRPr sz="3100" b="1">
              <a:solidFill>
                <a:srgbClr val="D60038"/>
              </a:solidFill>
            </a:endParaRPr>
          </a:p>
        </p:txBody>
      </p:sp>
      <p:sp>
        <p:nvSpPr>
          <p:cNvPr id="614" name="Google Shape;614;p92"/>
          <p:cNvSpPr txBox="1"/>
          <p:nvPr/>
        </p:nvSpPr>
        <p:spPr>
          <a:xfrm>
            <a:off x="-488425" y="669050"/>
            <a:ext cx="7323000" cy="6063300"/>
          </a:xfrm>
          <a:prstGeom prst="rect">
            <a:avLst/>
          </a:prstGeom>
          <a:noFill/>
          <a:ln>
            <a:noFill/>
          </a:ln>
        </p:spPr>
        <p:txBody>
          <a:bodyPr spcFirstLastPara="1" wrap="square" lIns="91425" tIns="91425" rIns="91425" bIns="91425" anchor="t" anchorCtr="0">
            <a:spAutoFit/>
          </a:bodyPr>
          <a:lstStyle/>
          <a:p>
            <a:pPr marL="914400" lvl="1" indent="-304800" algn="l" rtl="0">
              <a:lnSpc>
                <a:spcPct val="115000"/>
              </a:lnSpc>
              <a:spcBef>
                <a:spcPts val="1200"/>
              </a:spcBef>
              <a:spcAft>
                <a:spcPts val="0"/>
              </a:spcAft>
              <a:buClr>
                <a:schemeClr val="dk1"/>
              </a:buClr>
              <a:buSzPts val="1200"/>
              <a:buFont typeface="Nunito"/>
              <a:buChar char="○"/>
            </a:pPr>
            <a:r>
              <a:rPr lang="es" sz="1100" b="1">
                <a:solidFill>
                  <a:schemeClr val="dk1"/>
                </a:solidFill>
                <a:latin typeface="Nunito"/>
                <a:ea typeface="Nunito"/>
                <a:cs typeface="Nunito"/>
                <a:sym typeface="Nunito"/>
              </a:rPr>
              <a:t>Tamaño del aro: </a:t>
            </a:r>
            <a:r>
              <a:rPr lang="es" sz="1000">
                <a:solidFill>
                  <a:schemeClr val="dk1"/>
                </a:solidFill>
                <a:latin typeface="Nunito"/>
                <a:ea typeface="Nunito"/>
                <a:cs typeface="Nunito"/>
                <a:sym typeface="Nunito"/>
              </a:rPr>
              <a:t>Grande (100-104 pulgadas²). Ideal para proporcionar gran potencia a cada uno de sus impactos. </a:t>
            </a:r>
            <a:r>
              <a:rPr lang="es" sz="1050">
                <a:solidFill>
                  <a:srgbClr val="282828"/>
                </a:solidFill>
                <a:latin typeface="Nunito"/>
                <a:ea typeface="Nunito"/>
                <a:cs typeface="Nunito"/>
                <a:sym typeface="Nunito"/>
              </a:rPr>
              <a:t>La estructura de los ojales proporciona una respuesta uniforme con mayor tolerancia a los fallos y brinda un punto dulce ampliado para un juego más preciso.</a:t>
            </a:r>
            <a:endParaRPr sz="1100" b="1">
              <a:solidFill>
                <a:schemeClr val="dk1"/>
              </a:solidFill>
              <a:latin typeface="Nunito"/>
              <a:ea typeface="Nunito"/>
              <a:cs typeface="Nunito"/>
              <a:sym typeface="Nunito"/>
            </a:endParaRPr>
          </a:p>
          <a:p>
            <a:pPr marL="0" lvl="0" indent="0" algn="l" rtl="0">
              <a:lnSpc>
                <a:spcPct val="6000"/>
              </a:lnSpc>
              <a:spcBef>
                <a:spcPts val="1200"/>
              </a:spcBef>
              <a:spcAft>
                <a:spcPts val="0"/>
              </a:spcAft>
              <a:buNone/>
            </a:pPr>
            <a:endParaRPr sz="1100" b="1">
              <a:solidFill>
                <a:schemeClr val="dk1"/>
              </a:solidFill>
              <a:latin typeface="Nunito"/>
              <a:ea typeface="Nunito"/>
              <a:cs typeface="Nunito"/>
              <a:sym typeface="Nunito"/>
            </a:endParaRPr>
          </a:p>
          <a:p>
            <a:pPr marL="914400" lvl="1" indent="-298450" algn="l" rtl="0">
              <a:lnSpc>
                <a:spcPct val="115000"/>
              </a:lnSpc>
              <a:spcBef>
                <a:spcPts val="1200"/>
              </a:spcBef>
              <a:spcAft>
                <a:spcPts val="0"/>
              </a:spcAft>
              <a:buClr>
                <a:schemeClr val="dk1"/>
              </a:buClr>
              <a:buSzPts val="1100"/>
              <a:buChar char="○"/>
            </a:pPr>
            <a:r>
              <a:rPr lang="es" sz="1100" b="1">
                <a:solidFill>
                  <a:schemeClr val="dk1"/>
                </a:solidFill>
                <a:latin typeface="Nunito"/>
                <a:ea typeface="Nunito"/>
                <a:cs typeface="Nunito"/>
                <a:sym typeface="Nunito"/>
              </a:rPr>
              <a:t>Balance</a:t>
            </a:r>
            <a:r>
              <a:rPr lang="es" sz="1100">
                <a:solidFill>
                  <a:schemeClr val="dk1"/>
                </a:solidFill>
                <a:latin typeface="Nunito"/>
                <a:ea typeface="Nunito"/>
                <a:cs typeface="Nunito"/>
                <a:sym typeface="Nunito"/>
              </a:rPr>
              <a:t>: Si bien es una raqueta de potencia, su balance es neutro, con el fin de poder equilibrar el nivel de potencia con el nivel de control.</a:t>
            </a:r>
            <a:endParaRPr sz="1100">
              <a:solidFill>
                <a:schemeClr val="dk1"/>
              </a:solidFill>
              <a:latin typeface="Nunito"/>
              <a:ea typeface="Nunito"/>
              <a:cs typeface="Nunito"/>
              <a:sym typeface="Nunito"/>
            </a:endParaRPr>
          </a:p>
          <a:p>
            <a:pPr marL="0" lvl="0" indent="0" algn="l" rtl="0">
              <a:lnSpc>
                <a:spcPct val="6000"/>
              </a:lnSpc>
              <a:spcBef>
                <a:spcPts val="1200"/>
              </a:spcBef>
              <a:spcAft>
                <a:spcPts val="0"/>
              </a:spcAft>
              <a:buNone/>
            </a:pPr>
            <a:endParaRPr sz="11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Rigidez</a:t>
            </a:r>
            <a:r>
              <a:rPr lang="es" sz="1100">
                <a:solidFill>
                  <a:schemeClr val="dk1"/>
                </a:solidFill>
                <a:latin typeface="Nunito"/>
                <a:ea typeface="Nunito"/>
                <a:cs typeface="Nunito"/>
                <a:sym typeface="Nunito"/>
              </a:rPr>
              <a:t>: </a:t>
            </a:r>
            <a:r>
              <a:rPr lang="es" sz="1000">
                <a:solidFill>
                  <a:schemeClr val="dk1"/>
                </a:solidFill>
                <a:latin typeface="Nunito"/>
                <a:ea typeface="Nunito"/>
                <a:cs typeface="Nunito"/>
                <a:sym typeface="Nunito"/>
              </a:rPr>
              <a:t>Extremadamente flexible, diseñada para mayor confort. </a:t>
            </a:r>
            <a:r>
              <a:rPr lang="es" sz="1050">
                <a:solidFill>
                  <a:srgbClr val="282828"/>
                </a:solidFill>
                <a:latin typeface="Nunito"/>
                <a:ea typeface="Nunito"/>
                <a:cs typeface="Nunito"/>
                <a:sym typeface="Nunito"/>
              </a:rPr>
              <a:t> lo que permite a los jugadores jóvenes realizar un swing agresivo y seguro sin descontrolar la pelota.</a:t>
            </a:r>
            <a:endParaRPr sz="11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Peso</a:t>
            </a:r>
            <a:r>
              <a:rPr lang="es" sz="1100">
                <a:solidFill>
                  <a:schemeClr val="dk1"/>
                </a:solidFill>
                <a:latin typeface="Nunito"/>
                <a:ea typeface="Nunito"/>
                <a:cs typeface="Nunito"/>
                <a:sym typeface="Nunito"/>
              </a:rPr>
              <a:t>: </a:t>
            </a:r>
            <a:r>
              <a:rPr lang="es" sz="1000">
                <a:solidFill>
                  <a:schemeClr val="dk1"/>
                </a:solidFill>
                <a:latin typeface="Nunito"/>
                <a:ea typeface="Nunito"/>
                <a:cs typeface="Nunito"/>
                <a:sym typeface="Nunito"/>
              </a:rPr>
              <a:t>Ligero a medio. Aunque su peso puede variar según el modelo, puede llegar a pesar unos 295-300 gramos sin encordar.</a:t>
            </a:r>
            <a:endParaRPr sz="1100">
              <a:solidFill>
                <a:schemeClr val="dk1"/>
              </a:solidFill>
              <a:latin typeface="Nunito"/>
              <a:ea typeface="Nunito"/>
              <a:cs typeface="Nunito"/>
              <a:sym typeface="Nunito"/>
            </a:endParaRPr>
          </a:p>
          <a:p>
            <a:pPr marL="0" lvl="0" indent="0" algn="l" rtl="0">
              <a:lnSpc>
                <a:spcPct val="6000"/>
              </a:lnSpc>
              <a:spcBef>
                <a:spcPts val="1200"/>
              </a:spcBef>
              <a:spcAft>
                <a:spcPts val="0"/>
              </a:spcAft>
              <a:buNone/>
            </a:pPr>
            <a:endParaRPr sz="1100" b="1">
              <a:solidFill>
                <a:schemeClr val="dk1"/>
              </a:solidFill>
              <a:latin typeface="Nunito"/>
              <a:ea typeface="Nunito"/>
              <a:cs typeface="Nunito"/>
              <a:sym typeface="Nunito"/>
            </a:endParaRPr>
          </a:p>
          <a:p>
            <a:pPr marL="914400" lvl="1" indent="-298450" algn="l" rtl="0">
              <a:lnSpc>
                <a:spcPct val="115000"/>
              </a:lnSpc>
              <a:spcBef>
                <a:spcPts val="1200"/>
              </a:spcBef>
              <a:spcAft>
                <a:spcPts val="0"/>
              </a:spcAft>
              <a:buClr>
                <a:schemeClr val="dk1"/>
              </a:buClr>
              <a:buSzPts val="1100"/>
              <a:buChar char="○"/>
            </a:pPr>
            <a:r>
              <a:rPr lang="es" sz="1100" b="1">
                <a:solidFill>
                  <a:schemeClr val="dk1"/>
                </a:solidFill>
                <a:latin typeface="Nunito"/>
                <a:ea typeface="Nunito"/>
                <a:cs typeface="Nunito"/>
                <a:sym typeface="Nunito"/>
              </a:rPr>
              <a:t>Ideal para</a:t>
            </a:r>
            <a:r>
              <a:rPr lang="es" sz="1100">
                <a:solidFill>
                  <a:schemeClr val="dk1"/>
                </a:solidFill>
                <a:latin typeface="Nunito"/>
                <a:ea typeface="Nunito"/>
                <a:cs typeface="Nunito"/>
                <a:sym typeface="Nunito"/>
              </a:rPr>
              <a:t>: Jugadores ofensivos que busquen potencia fácil en cada impacto. Suele recomendarse también para jugadores principiantes e intermedios. Diseñada con una gran flexibilidad que la hace tanto suave al jugar como potente al golpear, combinada con un sweet spot infalible que significa golpes más acertados</a:t>
            </a:r>
            <a:endParaRPr sz="1100">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1200"/>
              </a:spcAft>
              <a:buNone/>
            </a:pPr>
            <a:endParaRPr sz="1100" b="1">
              <a:solidFill>
                <a:schemeClr val="dk1"/>
              </a:solidFill>
              <a:latin typeface="Nunito"/>
              <a:ea typeface="Nunito"/>
              <a:cs typeface="Nunito"/>
              <a:sym typeface="Nunito"/>
            </a:endParaRPr>
          </a:p>
        </p:txBody>
      </p:sp>
      <p:pic>
        <p:nvPicPr>
          <p:cNvPr id="615" name="Google Shape;615;p92"/>
          <p:cNvPicPr preferRelativeResize="0"/>
          <p:nvPr/>
        </p:nvPicPr>
        <p:blipFill>
          <a:blip r:embed="rId3">
            <a:alphaModFix/>
          </a:blip>
          <a:stretch>
            <a:fillRect/>
          </a:stretch>
        </p:blipFill>
        <p:spPr>
          <a:xfrm>
            <a:off x="6795905" y="750875"/>
            <a:ext cx="2127950" cy="3529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9"/>
        <p:cNvGrpSpPr/>
        <p:nvPr/>
      </p:nvGrpSpPr>
      <p:grpSpPr>
        <a:xfrm>
          <a:off x="0" y="0"/>
          <a:ext cx="0" cy="0"/>
          <a:chOff x="0" y="0"/>
          <a:chExt cx="0" cy="0"/>
        </a:xfrm>
      </p:grpSpPr>
      <p:sp>
        <p:nvSpPr>
          <p:cNvPr id="620" name="Google Shape;620;p93"/>
          <p:cNvSpPr txBox="1"/>
          <p:nvPr/>
        </p:nvSpPr>
        <p:spPr>
          <a:xfrm>
            <a:off x="503100" y="130525"/>
            <a:ext cx="85407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100" b="1">
                <a:solidFill>
                  <a:schemeClr val="dk2"/>
                </a:solidFill>
              </a:rPr>
              <a:t>SIMILARES (</a:t>
            </a:r>
            <a:r>
              <a:rPr lang="es" sz="3100" b="1">
                <a:solidFill>
                  <a:schemeClr val="accent1"/>
                </a:solidFill>
                <a:latin typeface="Trebuchet MS"/>
                <a:ea typeface="Trebuchet MS"/>
                <a:cs typeface="Trebuchet MS"/>
                <a:sym typeface="Trebuchet MS"/>
              </a:rPr>
              <a:t>CLASH</a:t>
            </a:r>
            <a:r>
              <a:rPr lang="es" sz="3100" b="1">
                <a:solidFill>
                  <a:schemeClr val="dk2"/>
                </a:solidFill>
              </a:rPr>
              <a:t> Y </a:t>
            </a:r>
            <a:r>
              <a:rPr lang="es" sz="3100" b="1">
                <a:solidFill>
                  <a:srgbClr val="073763"/>
                </a:solidFill>
                <a:latin typeface="Trebuchet MS"/>
                <a:ea typeface="Trebuchet MS"/>
                <a:cs typeface="Trebuchet MS"/>
                <a:sym typeface="Trebuchet MS"/>
              </a:rPr>
              <a:t>ULTRA</a:t>
            </a:r>
            <a:r>
              <a:rPr lang="es" sz="3100" b="1">
                <a:solidFill>
                  <a:schemeClr val="dk2"/>
                </a:solidFill>
              </a:rPr>
              <a:t>)</a:t>
            </a:r>
            <a:endParaRPr sz="3100" b="1">
              <a:solidFill>
                <a:schemeClr val="dk2"/>
              </a:solidFill>
            </a:endParaRPr>
          </a:p>
        </p:txBody>
      </p:sp>
      <p:graphicFrame>
        <p:nvGraphicFramePr>
          <p:cNvPr id="621" name="Google Shape;621;p93"/>
          <p:cNvGraphicFramePr/>
          <p:nvPr/>
        </p:nvGraphicFramePr>
        <p:xfrm>
          <a:off x="606650" y="914575"/>
          <a:ext cx="3000000" cy="3000000"/>
        </p:xfrm>
        <a:graphic>
          <a:graphicData uri="http://schemas.openxmlformats.org/drawingml/2006/table">
            <a:tbl>
              <a:tblPr>
                <a:noFill/>
                <a:tableStyleId>{49271FAC-A121-4344-B234-24950B8BD5E7}</a:tableStyleId>
              </a:tblPr>
              <a:tblGrid>
                <a:gridCol w="2579200">
                  <a:extLst>
                    <a:ext uri="{9D8B030D-6E8A-4147-A177-3AD203B41FA5}">
                      <a16:colId xmlns:a16="http://schemas.microsoft.com/office/drawing/2014/main" val="20000"/>
                    </a:ext>
                  </a:extLst>
                </a:gridCol>
                <a:gridCol w="2579200">
                  <a:extLst>
                    <a:ext uri="{9D8B030D-6E8A-4147-A177-3AD203B41FA5}">
                      <a16:colId xmlns:a16="http://schemas.microsoft.com/office/drawing/2014/main" val="20001"/>
                    </a:ext>
                  </a:extLst>
                </a:gridCol>
                <a:gridCol w="25792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s" sz="1350">
                          <a:solidFill>
                            <a:schemeClr val="dk1"/>
                          </a:solidFill>
                          <a:highlight>
                            <a:schemeClr val="lt1"/>
                          </a:highlight>
                          <a:latin typeface="Nunito"/>
                          <a:ea typeface="Nunito"/>
                          <a:cs typeface="Nunito"/>
                          <a:sym typeface="Nunito"/>
                        </a:rPr>
                        <a:t>Babolat </a:t>
                      </a:r>
                      <a:endParaRPr>
                        <a:latin typeface="Nunito"/>
                        <a:ea typeface="Nunito"/>
                        <a:cs typeface="Nunito"/>
                        <a:sym typeface="Nunito"/>
                      </a:endParaRPr>
                    </a:p>
                  </a:txBody>
                  <a:tcPr marL="91425" marR="91425" marT="91425" marB="91425"/>
                </a:tc>
                <a:tc>
                  <a:txBody>
                    <a:bodyPr/>
                    <a:lstStyle/>
                    <a:p>
                      <a:pPr marL="0" lvl="0" indent="0" algn="ctr" rtl="0">
                        <a:spcBef>
                          <a:spcPts val="0"/>
                        </a:spcBef>
                        <a:spcAft>
                          <a:spcPts val="0"/>
                        </a:spcAft>
                        <a:buNone/>
                      </a:pPr>
                      <a:r>
                        <a:rPr lang="es" sz="1350">
                          <a:solidFill>
                            <a:schemeClr val="dk1"/>
                          </a:solidFill>
                          <a:highlight>
                            <a:schemeClr val="lt1"/>
                          </a:highlight>
                          <a:latin typeface="Nunito"/>
                          <a:ea typeface="Nunito"/>
                          <a:cs typeface="Nunito"/>
                          <a:sym typeface="Nunito"/>
                        </a:rPr>
                        <a:t>Head</a:t>
                      </a:r>
                      <a:endParaRPr>
                        <a:latin typeface="Nunito"/>
                        <a:ea typeface="Nunito"/>
                        <a:cs typeface="Nunito"/>
                        <a:sym typeface="Nunito"/>
                      </a:endParaRPr>
                    </a:p>
                  </a:txBody>
                  <a:tcPr marL="91425" marR="91425" marT="91425" marB="91425"/>
                </a:tc>
                <a:tc>
                  <a:txBody>
                    <a:bodyPr/>
                    <a:lstStyle/>
                    <a:p>
                      <a:pPr marL="0" lvl="0" indent="0" algn="ctr" rtl="0">
                        <a:lnSpc>
                          <a:spcPct val="115000"/>
                        </a:lnSpc>
                        <a:spcBef>
                          <a:spcPts val="1200"/>
                        </a:spcBef>
                        <a:spcAft>
                          <a:spcPts val="1200"/>
                        </a:spcAft>
                        <a:buNone/>
                      </a:pPr>
                      <a:r>
                        <a:rPr lang="es" sz="1350">
                          <a:solidFill>
                            <a:schemeClr val="dk1"/>
                          </a:solidFill>
                          <a:latin typeface="Nunito"/>
                          <a:ea typeface="Nunito"/>
                          <a:cs typeface="Nunito"/>
                          <a:sym typeface="Nunito"/>
                        </a:rPr>
                        <a:t>Yonex</a:t>
                      </a:r>
                      <a:endParaRPr sz="1350">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r h="3840350">
                <a:tc>
                  <a:txBody>
                    <a:bodyPr/>
                    <a:lstStyle/>
                    <a:p>
                      <a:pPr marL="457200" lvl="0" indent="0" algn="l" rtl="0">
                        <a:lnSpc>
                          <a:spcPct val="115000"/>
                        </a:lnSpc>
                        <a:spcBef>
                          <a:spcPts val="1200"/>
                        </a:spcBef>
                        <a:spcAft>
                          <a:spcPts val="0"/>
                        </a:spcAft>
                        <a:buNone/>
                      </a:pPr>
                      <a:r>
                        <a:rPr lang="es" sz="1100" b="1">
                          <a:solidFill>
                            <a:schemeClr val="dk1"/>
                          </a:solidFill>
                          <a:latin typeface="Nunito"/>
                          <a:ea typeface="Nunito"/>
                          <a:cs typeface="Nunito"/>
                          <a:sym typeface="Nunito"/>
                        </a:rPr>
                        <a:t>    Babolat Pure Drive</a:t>
                      </a:r>
                      <a:endParaRPr sz="700">
                        <a:solidFill>
                          <a:schemeClr val="dk1"/>
                        </a:solidFill>
                        <a:latin typeface="Nunito"/>
                        <a:ea typeface="Nunito"/>
                        <a:cs typeface="Nunito"/>
                        <a:sym typeface="Nunito"/>
                      </a:endParaRPr>
                    </a:p>
                    <a:p>
                      <a:pPr marL="0" lvl="0" indent="0" algn="l" rtl="0">
                        <a:lnSpc>
                          <a:spcPct val="150000"/>
                        </a:lnSpc>
                        <a:spcBef>
                          <a:spcPts val="1200"/>
                        </a:spcBef>
                        <a:spcAft>
                          <a:spcPts val="0"/>
                        </a:spcAft>
                        <a:buClr>
                          <a:schemeClr val="dk1"/>
                        </a:buClr>
                        <a:buSzPts val="1100"/>
                        <a:buFont typeface="Arial"/>
                        <a:buNone/>
                      </a:pPr>
                      <a:r>
                        <a:rPr lang="es" sz="1000">
                          <a:solidFill>
                            <a:schemeClr val="dk1"/>
                          </a:solidFill>
                          <a:latin typeface="Nunito"/>
                          <a:ea typeface="Nunito"/>
                          <a:cs typeface="Nunito"/>
                          <a:sym typeface="Nunito"/>
                        </a:rPr>
                        <a:t>Tanto Babolat Pure Drive y Wilson Ultra ofrecen un equilibrio entre potencia y control con una sensación sólida y estable. A su vez, la Pure Drive tiene una maniobrabilidad similar a la Clash, proporcionando confort en los golpes. Ambas raquetas son ideales para jugadores que buscan versatilidad y comodidad.</a:t>
                      </a:r>
                      <a:endParaRPr sz="1000">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700" b="1">
                        <a:solidFill>
                          <a:schemeClr val="dk1"/>
                        </a:solidFill>
                        <a:latin typeface="Nunito"/>
                        <a:ea typeface="Nunito"/>
                        <a:cs typeface="Nunito"/>
                        <a:sym typeface="Nunito"/>
                      </a:endParaRPr>
                    </a:p>
                    <a:p>
                      <a:pPr marL="0" lvl="0" indent="0" algn="l" rtl="0">
                        <a:spcBef>
                          <a:spcPts val="1200"/>
                        </a:spcBef>
                        <a:spcAft>
                          <a:spcPts val="0"/>
                        </a:spcAft>
                        <a:buNone/>
                      </a:pPr>
                      <a:endParaRPr sz="700"/>
                    </a:p>
                  </a:txBody>
                  <a:tcPr marL="91425" marR="91425" marT="91425" marB="91425"/>
                </a:tc>
                <a:tc>
                  <a:txBody>
                    <a:bodyPr/>
                    <a:lstStyle/>
                    <a:p>
                      <a:pPr marL="457200" lvl="0" indent="0" algn="l" rtl="0">
                        <a:lnSpc>
                          <a:spcPct val="115000"/>
                        </a:lnSpc>
                        <a:spcBef>
                          <a:spcPts val="1200"/>
                        </a:spcBef>
                        <a:spcAft>
                          <a:spcPts val="0"/>
                        </a:spcAft>
                        <a:buNone/>
                      </a:pPr>
                      <a:r>
                        <a:rPr lang="es" sz="1100" b="1">
                          <a:solidFill>
                            <a:schemeClr val="dk1"/>
                          </a:solidFill>
                          <a:latin typeface="Nunito"/>
                          <a:ea typeface="Nunito"/>
                          <a:cs typeface="Nunito"/>
                          <a:sym typeface="Nunito"/>
                        </a:rPr>
                        <a:t>        Head Radical</a:t>
                      </a:r>
                      <a:endParaRPr sz="700" b="1">
                        <a:solidFill>
                          <a:schemeClr val="dk1"/>
                        </a:solidFill>
                        <a:latin typeface="Nunito"/>
                        <a:ea typeface="Nunito"/>
                        <a:cs typeface="Nunito"/>
                        <a:sym typeface="Nunito"/>
                      </a:endParaRPr>
                    </a:p>
                    <a:p>
                      <a:pPr marL="0" lvl="0" indent="0" algn="l" rtl="0">
                        <a:lnSpc>
                          <a:spcPct val="115000"/>
                        </a:lnSpc>
                        <a:spcBef>
                          <a:spcPts val="1200"/>
                        </a:spcBef>
                        <a:spcAft>
                          <a:spcPts val="0"/>
                        </a:spcAft>
                        <a:buClr>
                          <a:schemeClr val="dk1"/>
                        </a:buClr>
                        <a:buSzPts val="1100"/>
                        <a:buFont typeface="Arial"/>
                        <a:buNone/>
                      </a:pPr>
                      <a:r>
                        <a:rPr lang="es" sz="1000">
                          <a:solidFill>
                            <a:schemeClr val="dk1"/>
                          </a:solidFill>
                          <a:latin typeface="Nunito"/>
                          <a:ea typeface="Nunito"/>
                          <a:cs typeface="Nunito"/>
                          <a:sym typeface="Nunito"/>
                        </a:rPr>
                        <a:t>La Head Radical MP comparte algunas similitudes tanto con la Wilson Clash como con la Wilson Ultra. Al igual que la Clash, la Radical MP ofrece una gran flexibilidad y confort, lo que permite una sensación más suave y controlada en el golpe. A su vez, se asemeja a la Ultra en su equilibrio entre potencia y control, proporcionando estabilidad para generar golpes potentes sin perder precisión. Ambas raquetas son versátiles, aptas para jugadores que buscan manejo y comodidad en su juego, aunque la Radical MP tiende a ser un poco más flexible que la Ultra.</a:t>
                      </a:r>
                      <a:endParaRPr sz="1000">
                        <a:solidFill>
                          <a:schemeClr val="dk1"/>
                        </a:solidFill>
                        <a:latin typeface="Nunito"/>
                        <a:ea typeface="Nunito"/>
                        <a:cs typeface="Nunito"/>
                        <a:sym typeface="Nunito"/>
                      </a:endParaRPr>
                    </a:p>
                    <a:p>
                      <a:pPr marL="0" lvl="0" indent="0" algn="ctr" rtl="0">
                        <a:spcBef>
                          <a:spcPts val="1200"/>
                        </a:spcBef>
                        <a:spcAft>
                          <a:spcPts val="0"/>
                        </a:spcAft>
                        <a:buNone/>
                      </a:pPr>
                      <a:endParaRPr sz="1100">
                        <a:solidFill>
                          <a:schemeClr val="dk1"/>
                        </a:solidFill>
                      </a:endParaRPr>
                    </a:p>
                    <a:p>
                      <a:pPr marL="0" lvl="0" indent="0" algn="ctr" rtl="0">
                        <a:spcBef>
                          <a:spcPts val="0"/>
                        </a:spcBef>
                        <a:spcAft>
                          <a:spcPts val="0"/>
                        </a:spcAft>
                        <a:buNone/>
                      </a:pPr>
                      <a:endParaRPr sz="700">
                        <a:solidFill>
                          <a:srgbClr val="282828"/>
                        </a:solidFill>
                      </a:endParaRPr>
                    </a:p>
                    <a:p>
                      <a:pPr marL="0" lvl="0" indent="0" algn="ctr" rtl="0">
                        <a:lnSpc>
                          <a:spcPct val="115000"/>
                        </a:lnSpc>
                        <a:spcBef>
                          <a:spcPts val="0"/>
                        </a:spcBef>
                        <a:spcAft>
                          <a:spcPts val="1200"/>
                        </a:spcAft>
                        <a:buNone/>
                      </a:pPr>
                      <a:endParaRPr sz="700">
                        <a:solidFill>
                          <a:srgbClr val="282828"/>
                        </a:solidFill>
                      </a:endParaRPr>
                    </a:p>
                  </a:txBody>
                  <a:tcPr marL="91425" marR="91425" marT="91425" marB="91425"/>
                </a:tc>
                <a:tc>
                  <a:txBody>
                    <a:bodyPr/>
                    <a:lstStyle/>
                    <a:p>
                      <a:pPr marL="0" lvl="0" indent="0" algn="l" rtl="0">
                        <a:lnSpc>
                          <a:spcPct val="115000"/>
                        </a:lnSpc>
                        <a:spcBef>
                          <a:spcPts val="1200"/>
                        </a:spcBef>
                        <a:spcAft>
                          <a:spcPts val="0"/>
                        </a:spcAft>
                        <a:buNone/>
                      </a:pPr>
                      <a:r>
                        <a:rPr lang="es" sz="1100" b="1">
                          <a:solidFill>
                            <a:schemeClr val="dk1"/>
                          </a:solidFill>
                          <a:latin typeface="Nunito"/>
                          <a:ea typeface="Nunito"/>
                          <a:cs typeface="Nunito"/>
                          <a:sym typeface="Nunito"/>
                        </a:rPr>
                        <a:t>                     Yonex Ezone</a:t>
                      </a:r>
                      <a:endParaRPr sz="700" b="1">
                        <a:solidFill>
                          <a:schemeClr val="dk1"/>
                        </a:solidFill>
                        <a:latin typeface="Nunito"/>
                        <a:ea typeface="Nunito"/>
                        <a:cs typeface="Nunito"/>
                        <a:sym typeface="Nunito"/>
                      </a:endParaRPr>
                    </a:p>
                    <a:p>
                      <a:pPr marL="0" lvl="0" indent="0" algn="ctr" rtl="0">
                        <a:lnSpc>
                          <a:spcPct val="115000"/>
                        </a:lnSpc>
                        <a:spcBef>
                          <a:spcPts val="1200"/>
                        </a:spcBef>
                        <a:spcAft>
                          <a:spcPts val="1200"/>
                        </a:spcAft>
                        <a:buNone/>
                      </a:pPr>
                      <a:r>
                        <a:rPr lang="es" sz="1000">
                          <a:solidFill>
                            <a:schemeClr val="dk1"/>
                          </a:solidFill>
                          <a:latin typeface="Nunito"/>
                          <a:ea typeface="Nunito"/>
                          <a:cs typeface="Nunito"/>
                          <a:sym typeface="Nunito"/>
                        </a:rPr>
                        <a:t>Al igual que la Clash, la Ezone 100 ofrece una gran comodidad y flexibilidad, con tecnologías como VDM que ayudan a reducir las vibraciones y brindan una sensación suave y controlada. Por otro lado, se parece a la Ultra en su equilibrio entre potencia y control, proporcionando estabilidad y capacidad para generar golpes potentes sin sacrificar precisión. Ambas raquetas son versátiles, ideales para jugadores que buscan comodidad, potencia controlada y precisión.</a:t>
                      </a:r>
                      <a:endParaRPr sz="600">
                        <a:solidFill>
                          <a:schemeClr val="dk1"/>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pic>
        <p:nvPicPr>
          <p:cNvPr id="626" name="Google Shape;626;p94"/>
          <p:cNvPicPr preferRelativeResize="0"/>
          <p:nvPr/>
        </p:nvPicPr>
        <p:blipFill rotWithShape="1">
          <a:blip r:embed="rId3">
            <a:alphaModFix/>
          </a:blip>
          <a:srcRect l="12786"/>
          <a:stretch/>
        </p:blipFill>
        <p:spPr>
          <a:xfrm flipH="1">
            <a:off x="5939700" y="907125"/>
            <a:ext cx="3035550" cy="3480549"/>
          </a:xfrm>
          <a:prstGeom prst="rect">
            <a:avLst/>
          </a:prstGeom>
          <a:noFill/>
          <a:ln>
            <a:noFill/>
          </a:ln>
        </p:spPr>
      </p:pic>
      <p:sp>
        <p:nvSpPr>
          <p:cNvPr id="627" name="Google Shape;627;p94"/>
          <p:cNvSpPr txBox="1"/>
          <p:nvPr/>
        </p:nvSpPr>
        <p:spPr>
          <a:xfrm>
            <a:off x="364775" y="51525"/>
            <a:ext cx="3501900" cy="7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100" b="1">
                <a:solidFill>
                  <a:schemeClr val="dk2"/>
                </a:solidFill>
              </a:rPr>
              <a:t>WILSON </a:t>
            </a:r>
            <a:r>
              <a:rPr lang="es" sz="3100" b="1">
                <a:solidFill>
                  <a:srgbClr val="CCCCCC"/>
                </a:solidFill>
                <a:latin typeface="Trebuchet MS"/>
                <a:ea typeface="Trebuchet MS"/>
                <a:cs typeface="Trebuchet MS"/>
                <a:sym typeface="Trebuchet MS"/>
              </a:rPr>
              <a:t>SHIFT</a:t>
            </a:r>
            <a:endParaRPr sz="3100" b="1">
              <a:solidFill>
                <a:srgbClr val="CCCCCC"/>
              </a:solidFill>
              <a:latin typeface="Trebuchet MS"/>
              <a:ea typeface="Trebuchet MS"/>
              <a:cs typeface="Trebuchet MS"/>
              <a:sym typeface="Trebuchet MS"/>
            </a:endParaRPr>
          </a:p>
        </p:txBody>
      </p:sp>
      <p:sp>
        <p:nvSpPr>
          <p:cNvPr id="628" name="Google Shape;628;p94"/>
          <p:cNvSpPr txBox="1"/>
          <p:nvPr/>
        </p:nvSpPr>
        <p:spPr>
          <a:xfrm>
            <a:off x="-183625" y="821450"/>
            <a:ext cx="6399000" cy="6366600"/>
          </a:xfrm>
          <a:prstGeom prst="rect">
            <a:avLst/>
          </a:prstGeom>
          <a:noFill/>
          <a:ln>
            <a:noFill/>
          </a:ln>
        </p:spPr>
        <p:txBody>
          <a:bodyPr spcFirstLastPara="1" wrap="square" lIns="91425" tIns="91425" rIns="91425" bIns="91425" anchor="t" anchorCtr="0">
            <a:spAutoFit/>
          </a:bodyPr>
          <a:lstStyle/>
          <a:p>
            <a:pPr marL="914400" lvl="1" indent="-304800" algn="l" rtl="0">
              <a:lnSpc>
                <a:spcPct val="115000"/>
              </a:lnSpc>
              <a:spcBef>
                <a:spcPts val="1200"/>
              </a:spcBef>
              <a:spcAft>
                <a:spcPts val="0"/>
              </a:spcAft>
              <a:buClr>
                <a:schemeClr val="dk1"/>
              </a:buClr>
              <a:buSzPts val="1200"/>
              <a:buFont typeface="Nunito"/>
              <a:buChar char="○"/>
            </a:pPr>
            <a:r>
              <a:rPr lang="es" sz="1100" b="1">
                <a:solidFill>
                  <a:schemeClr val="dk1"/>
                </a:solidFill>
                <a:latin typeface="Nunito"/>
                <a:ea typeface="Nunito"/>
                <a:cs typeface="Nunito"/>
                <a:sym typeface="Nunito"/>
              </a:rPr>
              <a:t>Tamaño del aro: </a:t>
            </a:r>
            <a:r>
              <a:rPr lang="es" sz="1100">
                <a:solidFill>
                  <a:schemeClr val="dk1"/>
                </a:solidFill>
                <a:latin typeface="Nunito"/>
                <a:ea typeface="Nunito"/>
                <a:cs typeface="Nunito"/>
                <a:sym typeface="Nunito"/>
              </a:rPr>
              <a:t>Un tamaño intermedio</a:t>
            </a:r>
            <a:r>
              <a:rPr lang="es" sz="1100" b="1">
                <a:solidFill>
                  <a:schemeClr val="dk1"/>
                </a:solidFill>
                <a:latin typeface="Nunito"/>
                <a:ea typeface="Nunito"/>
                <a:cs typeface="Nunito"/>
                <a:sym typeface="Nunito"/>
              </a:rPr>
              <a:t> </a:t>
            </a:r>
            <a:r>
              <a:rPr lang="es" sz="1000">
                <a:solidFill>
                  <a:schemeClr val="dk1"/>
                </a:solidFill>
                <a:latin typeface="Nunito"/>
                <a:ea typeface="Nunito"/>
                <a:cs typeface="Nunito"/>
                <a:sym typeface="Nunito"/>
              </a:rPr>
              <a:t>(99 pulgadas²). Un aro que busca un mayor control sobre la raqueta, aunque sin perder potencia. L</a:t>
            </a:r>
            <a:r>
              <a:rPr lang="es" sz="1000">
                <a:solidFill>
                  <a:schemeClr val="dk1"/>
                </a:solidFill>
                <a:highlight>
                  <a:srgbClr val="FFFFFF"/>
                </a:highlight>
                <a:latin typeface="Nunito"/>
                <a:ea typeface="Nunito"/>
                <a:cs typeface="Nunito"/>
                <a:sym typeface="Nunito"/>
              </a:rPr>
              <a:t>a Shift Pro tiene un potencial de giro impresionante, lo que facilita el control de la trayectoria del tiro desde la línea de fondo y en la red.</a:t>
            </a:r>
            <a:endParaRPr sz="1000">
              <a:solidFill>
                <a:schemeClr val="dk1"/>
              </a:solidFill>
              <a:highlight>
                <a:srgbClr val="FFFFFF"/>
              </a:highlight>
              <a:latin typeface="Nunito"/>
              <a:ea typeface="Nunito"/>
              <a:cs typeface="Nunito"/>
              <a:sym typeface="Nunito"/>
            </a:endParaRPr>
          </a:p>
          <a:p>
            <a:pPr marL="0" lvl="0" indent="0" algn="l" rtl="0">
              <a:lnSpc>
                <a:spcPct val="6000"/>
              </a:lnSpc>
              <a:spcBef>
                <a:spcPts val="1200"/>
              </a:spcBef>
              <a:spcAft>
                <a:spcPts val="0"/>
              </a:spcAft>
              <a:buNone/>
            </a:pPr>
            <a:endParaRPr sz="1000">
              <a:solidFill>
                <a:schemeClr val="dk1"/>
              </a:solidFill>
              <a:highlight>
                <a:srgbClr val="FFFFFF"/>
              </a:highlight>
              <a:latin typeface="Nunito"/>
              <a:ea typeface="Nunito"/>
              <a:cs typeface="Nunito"/>
              <a:sym typeface="Nunito"/>
            </a:endParaRPr>
          </a:p>
          <a:p>
            <a:pPr marL="914400" lvl="1" indent="-298450" algn="l" rtl="0">
              <a:lnSpc>
                <a:spcPct val="115000"/>
              </a:lnSpc>
              <a:spcBef>
                <a:spcPts val="1200"/>
              </a:spcBef>
              <a:spcAft>
                <a:spcPts val="0"/>
              </a:spcAft>
              <a:buClr>
                <a:schemeClr val="dk1"/>
              </a:buClr>
              <a:buSzPts val="1100"/>
              <a:buChar char="○"/>
            </a:pPr>
            <a:r>
              <a:rPr lang="es" sz="1100" b="1">
                <a:solidFill>
                  <a:schemeClr val="dk1"/>
                </a:solidFill>
                <a:latin typeface="Nunito"/>
                <a:ea typeface="Nunito"/>
                <a:cs typeface="Nunito"/>
                <a:sym typeface="Nunito"/>
              </a:rPr>
              <a:t>Balance</a:t>
            </a:r>
            <a:r>
              <a:rPr lang="es" sz="1100">
                <a:solidFill>
                  <a:schemeClr val="dk1"/>
                </a:solidFill>
                <a:latin typeface="Nunito"/>
                <a:ea typeface="Nunito"/>
                <a:cs typeface="Nunito"/>
                <a:sym typeface="Nunito"/>
              </a:rPr>
              <a:t>: Su balance es neutro, con el fin de poder otorgar un equilibrio entre el nivel de potencia con el de control a aquellos jugadores más versátiles. </a:t>
            </a:r>
            <a:endParaRPr sz="11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Rigidez</a:t>
            </a:r>
            <a:r>
              <a:rPr lang="es" sz="1100">
                <a:solidFill>
                  <a:schemeClr val="dk1"/>
                </a:solidFill>
                <a:latin typeface="Nunito"/>
                <a:ea typeface="Nunito"/>
                <a:cs typeface="Nunito"/>
                <a:sym typeface="Nunito"/>
              </a:rPr>
              <a:t>: </a:t>
            </a:r>
            <a:r>
              <a:rPr lang="es" sz="1000">
                <a:solidFill>
                  <a:schemeClr val="dk1"/>
                </a:solidFill>
                <a:highlight>
                  <a:srgbClr val="FFFFFF"/>
                </a:highlight>
                <a:latin typeface="Nunito"/>
                <a:ea typeface="Nunito"/>
                <a:cs typeface="Nunito"/>
                <a:sym typeface="Nunito"/>
              </a:rPr>
              <a:t>Relativamente flexible. </a:t>
            </a:r>
            <a:r>
              <a:rPr lang="es" sz="1000">
                <a:solidFill>
                  <a:srgbClr val="282828"/>
                </a:solidFill>
                <a:highlight>
                  <a:srgbClr val="FFFFFF"/>
                </a:highlight>
                <a:latin typeface="Nunito"/>
                <a:ea typeface="Nunito"/>
                <a:cs typeface="Nunito"/>
                <a:sym typeface="Nunito"/>
              </a:rPr>
              <a:t>Lateralmente flexible para una potencia controlable y efectos devastadores en juegos intensos.</a:t>
            </a:r>
            <a:endParaRPr sz="10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Peso</a:t>
            </a:r>
            <a:r>
              <a:rPr lang="es" sz="1100">
                <a:solidFill>
                  <a:schemeClr val="dk1"/>
                </a:solidFill>
                <a:latin typeface="Nunito"/>
                <a:ea typeface="Nunito"/>
                <a:cs typeface="Nunito"/>
                <a:sym typeface="Nunito"/>
              </a:rPr>
              <a:t>: </a:t>
            </a:r>
            <a:r>
              <a:rPr lang="es" sz="1000">
                <a:solidFill>
                  <a:schemeClr val="dk1"/>
                </a:solidFill>
                <a:latin typeface="Nunito"/>
                <a:ea typeface="Nunito"/>
                <a:cs typeface="Nunito"/>
                <a:sym typeface="Nunito"/>
              </a:rPr>
              <a:t>Cuenta con un peso medio, aproximadamente de 300 gramos sin encordar. </a:t>
            </a:r>
            <a:r>
              <a:rPr lang="es" sz="1000">
                <a:solidFill>
                  <a:schemeClr val="dk1"/>
                </a:solidFill>
                <a:highlight>
                  <a:schemeClr val="lt1"/>
                </a:highlight>
                <a:latin typeface="Nunito"/>
                <a:ea typeface="Nunito"/>
                <a:cs typeface="Nunito"/>
                <a:sym typeface="Nunito"/>
              </a:rPr>
              <a:t>De esta manera proporciona un equilibrio que puede beneficiar a perfiles polivalentes.</a:t>
            </a:r>
            <a:endParaRPr sz="11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b="1">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Ideal para</a:t>
            </a:r>
            <a:r>
              <a:rPr lang="es" sz="1100">
                <a:solidFill>
                  <a:schemeClr val="dk1"/>
                </a:solidFill>
                <a:latin typeface="Nunito"/>
                <a:ea typeface="Nunito"/>
                <a:cs typeface="Nunito"/>
                <a:sym typeface="Nunito"/>
              </a:rPr>
              <a:t>: </a:t>
            </a:r>
            <a:r>
              <a:rPr lang="es" sz="1000">
                <a:solidFill>
                  <a:schemeClr val="dk1"/>
                </a:solidFill>
                <a:latin typeface="Nunito"/>
                <a:ea typeface="Nunito"/>
                <a:cs typeface="Nunito"/>
                <a:sym typeface="Nunito"/>
              </a:rPr>
              <a:t>Jugadores que buscan una raqueta versátil tendientes a generar un spin significativo y con profundidad. </a:t>
            </a:r>
            <a:r>
              <a:rPr lang="es" sz="1050">
                <a:solidFill>
                  <a:srgbClr val="282828"/>
                </a:solidFill>
                <a:highlight>
                  <a:srgbClr val="FFFFFF"/>
                </a:highlight>
                <a:latin typeface="Nunito"/>
                <a:ea typeface="Nunito"/>
                <a:cs typeface="Nunito"/>
                <a:sym typeface="Nunito"/>
              </a:rPr>
              <a:t>Ideal para jugadores polivalentes de nivel intermedio a avanzado.</a:t>
            </a:r>
            <a:endParaRPr sz="10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1200"/>
              </a:spcAft>
              <a:buNone/>
            </a:pPr>
            <a:endParaRPr sz="1100" b="1">
              <a:solidFill>
                <a:schemeClr val="dk1"/>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2"/>
        <p:cNvGrpSpPr/>
        <p:nvPr/>
      </p:nvGrpSpPr>
      <p:grpSpPr>
        <a:xfrm>
          <a:off x="0" y="0"/>
          <a:ext cx="0" cy="0"/>
          <a:chOff x="0" y="0"/>
          <a:chExt cx="0" cy="0"/>
        </a:xfrm>
      </p:grpSpPr>
      <p:sp>
        <p:nvSpPr>
          <p:cNvPr id="633" name="Google Shape;633;p95"/>
          <p:cNvSpPr txBox="1"/>
          <p:nvPr/>
        </p:nvSpPr>
        <p:spPr>
          <a:xfrm>
            <a:off x="523550" y="155975"/>
            <a:ext cx="42213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100" b="1">
                <a:solidFill>
                  <a:schemeClr val="dk2"/>
                </a:solidFill>
              </a:rPr>
              <a:t>SIMILARES</a:t>
            </a:r>
            <a:endParaRPr sz="3100" b="1">
              <a:solidFill>
                <a:schemeClr val="dk2"/>
              </a:solidFill>
            </a:endParaRPr>
          </a:p>
        </p:txBody>
      </p:sp>
      <p:graphicFrame>
        <p:nvGraphicFramePr>
          <p:cNvPr id="634" name="Google Shape;634;p95"/>
          <p:cNvGraphicFramePr/>
          <p:nvPr/>
        </p:nvGraphicFramePr>
        <p:xfrm>
          <a:off x="606650" y="914575"/>
          <a:ext cx="3000000" cy="3000000"/>
        </p:xfrm>
        <a:graphic>
          <a:graphicData uri="http://schemas.openxmlformats.org/drawingml/2006/table">
            <a:tbl>
              <a:tblPr>
                <a:noFill/>
                <a:tableStyleId>{49271FAC-A121-4344-B234-24950B8BD5E7}</a:tableStyleId>
              </a:tblPr>
              <a:tblGrid>
                <a:gridCol w="2579200">
                  <a:extLst>
                    <a:ext uri="{9D8B030D-6E8A-4147-A177-3AD203B41FA5}">
                      <a16:colId xmlns:a16="http://schemas.microsoft.com/office/drawing/2014/main" val="20000"/>
                    </a:ext>
                  </a:extLst>
                </a:gridCol>
                <a:gridCol w="2579200">
                  <a:extLst>
                    <a:ext uri="{9D8B030D-6E8A-4147-A177-3AD203B41FA5}">
                      <a16:colId xmlns:a16="http://schemas.microsoft.com/office/drawing/2014/main" val="20001"/>
                    </a:ext>
                  </a:extLst>
                </a:gridCol>
                <a:gridCol w="25792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s" sz="1350">
                          <a:solidFill>
                            <a:schemeClr val="dk1"/>
                          </a:solidFill>
                          <a:highlight>
                            <a:schemeClr val="lt1"/>
                          </a:highlight>
                          <a:latin typeface="Nunito"/>
                          <a:ea typeface="Nunito"/>
                          <a:cs typeface="Nunito"/>
                          <a:sym typeface="Nunito"/>
                        </a:rPr>
                        <a:t>Babolat </a:t>
                      </a:r>
                      <a:endParaRPr>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Clr>
                          <a:srgbClr val="000000"/>
                        </a:buClr>
                        <a:buSzPts val="1100"/>
                        <a:buFont typeface="Arial"/>
                        <a:buNone/>
                      </a:pPr>
                      <a:r>
                        <a:rPr lang="es" sz="1350">
                          <a:solidFill>
                            <a:schemeClr val="dk1"/>
                          </a:solidFill>
                          <a:highlight>
                            <a:schemeClr val="lt1"/>
                          </a:highlight>
                          <a:latin typeface="Nunito"/>
                          <a:ea typeface="Nunito"/>
                          <a:cs typeface="Nunito"/>
                          <a:sym typeface="Nunito"/>
                        </a:rPr>
                        <a:t>                     Head</a:t>
                      </a:r>
                      <a:endParaRPr>
                        <a:latin typeface="Nunito"/>
                        <a:ea typeface="Nunito"/>
                        <a:cs typeface="Nunito"/>
                        <a:sym typeface="Nunito"/>
                      </a:endParaRPr>
                    </a:p>
                  </a:txBody>
                  <a:tcPr marL="91425" marR="91425" marT="91425" marB="91425"/>
                </a:tc>
                <a:tc>
                  <a:txBody>
                    <a:bodyPr/>
                    <a:lstStyle/>
                    <a:p>
                      <a:pPr marL="0" lvl="0" indent="0" algn="ctr" rtl="0">
                        <a:lnSpc>
                          <a:spcPct val="115000"/>
                        </a:lnSpc>
                        <a:spcBef>
                          <a:spcPts val="1200"/>
                        </a:spcBef>
                        <a:spcAft>
                          <a:spcPts val="1200"/>
                        </a:spcAft>
                        <a:buNone/>
                      </a:pPr>
                      <a:r>
                        <a:rPr lang="es" sz="1350">
                          <a:solidFill>
                            <a:schemeClr val="dk1"/>
                          </a:solidFill>
                          <a:latin typeface="Nunito"/>
                          <a:ea typeface="Nunito"/>
                          <a:cs typeface="Nunito"/>
                          <a:sym typeface="Nunito"/>
                        </a:rPr>
                        <a:t>Yonex</a:t>
                      </a:r>
                      <a:endParaRPr sz="1350">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r h="3055475">
                <a:tc>
                  <a:txBody>
                    <a:bodyPr/>
                    <a:lstStyle/>
                    <a:p>
                      <a:pPr marL="0" lvl="0" indent="0" algn="l" rtl="0">
                        <a:lnSpc>
                          <a:spcPct val="150000"/>
                        </a:lnSpc>
                        <a:spcBef>
                          <a:spcPts val="1200"/>
                        </a:spcBef>
                        <a:spcAft>
                          <a:spcPts val="0"/>
                        </a:spcAft>
                        <a:buNone/>
                      </a:pPr>
                      <a:r>
                        <a:rPr lang="es" sz="1100" b="1">
                          <a:solidFill>
                            <a:schemeClr val="dk1"/>
                          </a:solidFill>
                          <a:latin typeface="Nunito"/>
                          <a:ea typeface="Nunito"/>
                          <a:cs typeface="Nunito"/>
                          <a:sym typeface="Nunito"/>
                        </a:rPr>
                        <a:t>                Babolat Pure Aero</a:t>
                      </a:r>
                      <a:endParaRPr sz="1100" b="1">
                        <a:solidFill>
                          <a:schemeClr val="dk1"/>
                        </a:solidFill>
                        <a:latin typeface="Nunito"/>
                        <a:ea typeface="Nunito"/>
                        <a:cs typeface="Nunito"/>
                        <a:sym typeface="Nunito"/>
                      </a:endParaRPr>
                    </a:p>
                    <a:p>
                      <a:pPr marL="0" lvl="0" indent="0" algn="l" rtl="0">
                        <a:lnSpc>
                          <a:spcPct val="150000"/>
                        </a:lnSpc>
                        <a:spcBef>
                          <a:spcPts val="1200"/>
                        </a:spcBef>
                        <a:spcAft>
                          <a:spcPts val="0"/>
                        </a:spcAft>
                        <a:buNone/>
                      </a:pPr>
                      <a:r>
                        <a:rPr lang="es" sz="1000">
                          <a:solidFill>
                            <a:schemeClr val="dk1"/>
                          </a:solidFill>
                          <a:latin typeface="Nunito"/>
                          <a:ea typeface="Nunito"/>
                          <a:cs typeface="Nunito"/>
                          <a:sym typeface="Nunito"/>
                        </a:rPr>
                        <a:t>Wilson Shift se asemeja a la Babolat Pure Aero por su enfoque en la generación de spin y potencia. Ambas raquetas cuentan con un diseño aerodinámico que favorece el spin extremo, y están orientadas a jugadores agresivos que buscan potencia y control. Aunque la Shift ofrece una sensación más flexible, ambas permiten golpes explosivos con efecto gracias a sus marcos innovadores y patrones de cuerdas optimizados para spin.</a:t>
                      </a:r>
                      <a:endParaRPr sz="600">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700" b="1">
                        <a:solidFill>
                          <a:schemeClr val="dk1"/>
                        </a:solidFill>
                        <a:latin typeface="Nunito"/>
                        <a:ea typeface="Nunito"/>
                        <a:cs typeface="Nunito"/>
                        <a:sym typeface="Nunito"/>
                      </a:endParaRPr>
                    </a:p>
                    <a:p>
                      <a:pPr marL="0" lvl="0" indent="0" algn="l" rtl="0">
                        <a:spcBef>
                          <a:spcPts val="1200"/>
                        </a:spcBef>
                        <a:spcAft>
                          <a:spcPts val="0"/>
                        </a:spcAft>
                        <a:buNone/>
                      </a:pPr>
                      <a:endParaRPr sz="700"/>
                    </a:p>
                  </a:txBody>
                  <a:tcPr marL="91425" marR="91425" marT="91425" marB="91425"/>
                </a:tc>
                <a:tc>
                  <a:txBody>
                    <a:bodyPr/>
                    <a:lstStyle/>
                    <a:p>
                      <a:pPr marL="0" lvl="0" indent="0" algn="l" rtl="0">
                        <a:lnSpc>
                          <a:spcPct val="115000"/>
                        </a:lnSpc>
                        <a:spcBef>
                          <a:spcPts val="1200"/>
                        </a:spcBef>
                        <a:spcAft>
                          <a:spcPts val="0"/>
                        </a:spcAft>
                        <a:buClr>
                          <a:schemeClr val="dk1"/>
                        </a:buClr>
                        <a:buSzPts val="1100"/>
                        <a:buFont typeface="Arial"/>
                        <a:buNone/>
                      </a:pPr>
                      <a:r>
                        <a:rPr lang="es" sz="1100" b="1">
                          <a:solidFill>
                            <a:schemeClr val="dk1"/>
                          </a:solidFill>
                          <a:latin typeface="Nunito"/>
                          <a:ea typeface="Nunito"/>
                          <a:cs typeface="Nunito"/>
                          <a:sym typeface="Nunito"/>
                        </a:rPr>
                        <a:t>                 Head Gravity MP</a:t>
                      </a: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1200"/>
                        </a:spcAft>
                        <a:buNone/>
                      </a:pPr>
                      <a:r>
                        <a:rPr lang="es" sz="1000">
                          <a:solidFill>
                            <a:schemeClr val="dk1"/>
                          </a:solidFill>
                          <a:latin typeface="Nunito"/>
                          <a:ea typeface="Nunito"/>
                          <a:cs typeface="Nunito"/>
                          <a:sym typeface="Nunito"/>
                        </a:rPr>
                        <a:t>La Head Gravity MP es la raqueta de Head más parecida a la Wilson Shift. Ambas están diseñadas para jugadores intermedios y avanzados, ofreciendo flexibilidad y comodidad, favoreciendo la generación de spin y la potencia controlada. </a:t>
                      </a:r>
                      <a:endParaRPr sz="1000">
                        <a:solidFill>
                          <a:schemeClr val="dk1"/>
                        </a:solidFill>
                        <a:latin typeface="Nunito"/>
                        <a:ea typeface="Nunito"/>
                        <a:cs typeface="Nunito"/>
                        <a:sym typeface="Nunito"/>
                      </a:endParaRPr>
                    </a:p>
                  </a:txBody>
                  <a:tcPr marL="91425" marR="91425" marT="91425" marB="91425"/>
                </a:tc>
                <a:tc>
                  <a:txBody>
                    <a:bodyPr/>
                    <a:lstStyle/>
                    <a:p>
                      <a:pPr marL="457200" lvl="0" indent="0" algn="l" rtl="0">
                        <a:lnSpc>
                          <a:spcPct val="115000"/>
                        </a:lnSpc>
                        <a:spcBef>
                          <a:spcPts val="1200"/>
                        </a:spcBef>
                        <a:spcAft>
                          <a:spcPts val="0"/>
                        </a:spcAft>
                        <a:buClr>
                          <a:srgbClr val="000000"/>
                        </a:buClr>
                        <a:buSzPts val="1100"/>
                        <a:buFont typeface="Arial"/>
                        <a:buNone/>
                      </a:pPr>
                      <a:r>
                        <a:rPr lang="es" sz="1100" b="1">
                          <a:solidFill>
                            <a:schemeClr val="dk1"/>
                          </a:solidFill>
                          <a:latin typeface="Nunito"/>
                          <a:ea typeface="Nunito"/>
                          <a:cs typeface="Nunito"/>
                          <a:sym typeface="Nunito"/>
                        </a:rPr>
                        <a:t>    Yonex VCORE 100</a:t>
                      </a:r>
                      <a:endParaRPr sz="700">
                        <a:solidFill>
                          <a:srgbClr val="282828"/>
                        </a:solidFill>
                        <a:latin typeface="Nunito"/>
                        <a:ea typeface="Nunito"/>
                        <a:cs typeface="Nunito"/>
                        <a:sym typeface="Nunito"/>
                      </a:endParaRPr>
                    </a:p>
                    <a:p>
                      <a:pPr marL="0" lvl="0" indent="0" algn="l" rtl="0">
                        <a:lnSpc>
                          <a:spcPct val="150000"/>
                        </a:lnSpc>
                        <a:spcBef>
                          <a:spcPts val="1200"/>
                        </a:spcBef>
                        <a:spcAft>
                          <a:spcPts val="0"/>
                        </a:spcAft>
                        <a:buNone/>
                      </a:pPr>
                      <a:r>
                        <a:rPr lang="es" sz="1000">
                          <a:solidFill>
                            <a:schemeClr val="dk1"/>
                          </a:solidFill>
                          <a:latin typeface="Nunito"/>
                          <a:ea typeface="Nunito"/>
                          <a:cs typeface="Nunito"/>
                          <a:sym typeface="Nunito"/>
                        </a:rPr>
                        <a:t>Esta raqueta se parece más a la Wilson Shift que otras raquetas de Yonex. Ambas están diseñadas para generar spin y potencia controlada, con un patrón de cuerdas abierto que facilita el efecto. Además, la VCORE 100 ofrece flexibilidad y comodidad similar a la Shift, ideal para jugadores con un estilo de juego dinámico y agresivo.</a:t>
                      </a:r>
                      <a:endParaRPr sz="600">
                        <a:solidFill>
                          <a:schemeClr val="dk1"/>
                        </a:solidFill>
                        <a:latin typeface="Nunito"/>
                        <a:ea typeface="Nunito"/>
                        <a:cs typeface="Nunito"/>
                        <a:sym typeface="Nunito"/>
                      </a:endParaRPr>
                    </a:p>
                    <a:p>
                      <a:pPr marL="0" lvl="0" indent="0" algn="ctr" rtl="0">
                        <a:lnSpc>
                          <a:spcPct val="115000"/>
                        </a:lnSpc>
                        <a:spcBef>
                          <a:spcPts val="1200"/>
                        </a:spcBef>
                        <a:spcAft>
                          <a:spcPts val="1200"/>
                        </a:spcAft>
                        <a:buNone/>
                      </a:pPr>
                      <a:endParaRPr sz="700" b="1">
                        <a:solidFill>
                          <a:schemeClr val="dk1"/>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pic>
        <p:nvPicPr>
          <p:cNvPr id="639" name="Google Shape;639;p96"/>
          <p:cNvPicPr preferRelativeResize="0"/>
          <p:nvPr/>
        </p:nvPicPr>
        <p:blipFill>
          <a:blip r:embed="rId3">
            <a:alphaModFix/>
          </a:blip>
          <a:stretch>
            <a:fillRect/>
          </a:stretch>
        </p:blipFill>
        <p:spPr>
          <a:xfrm>
            <a:off x="6781000" y="818912"/>
            <a:ext cx="2044974" cy="3505675"/>
          </a:xfrm>
          <a:prstGeom prst="rect">
            <a:avLst/>
          </a:prstGeom>
          <a:noFill/>
          <a:ln>
            <a:noFill/>
          </a:ln>
        </p:spPr>
      </p:pic>
      <p:sp>
        <p:nvSpPr>
          <p:cNvPr id="640" name="Google Shape;640;p96"/>
          <p:cNvSpPr txBox="1"/>
          <p:nvPr/>
        </p:nvSpPr>
        <p:spPr>
          <a:xfrm>
            <a:off x="288575" y="51525"/>
            <a:ext cx="3501900" cy="7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100" b="1">
                <a:solidFill>
                  <a:schemeClr val="dk2"/>
                </a:solidFill>
              </a:rPr>
              <a:t>WILSON </a:t>
            </a:r>
            <a:r>
              <a:rPr lang="es" sz="3100" b="1">
                <a:solidFill>
                  <a:srgbClr val="76A5AF"/>
                </a:solidFill>
                <a:latin typeface="Trebuchet MS"/>
                <a:ea typeface="Trebuchet MS"/>
                <a:cs typeface="Trebuchet MS"/>
                <a:sym typeface="Trebuchet MS"/>
              </a:rPr>
              <a:t>BLADE</a:t>
            </a:r>
            <a:endParaRPr sz="3100" b="1">
              <a:solidFill>
                <a:srgbClr val="76A5AF"/>
              </a:solidFill>
              <a:latin typeface="Trebuchet MS"/>
              <a:ea typeface="Trebuchet MS"/>
              <a:cs typeface="Trebuchet MS"/>
              <a:sym typeface="Trebuchet MS"/>
            </a:endParaRPr>
          </a:p>
        </p:txBody>
      </p:sp>
      <p:sp>
        <p:nvSpPr>
          <p:cNvPr id="641" name="Google Shape;641;p96"/>
          <p:cNvSpPr txBox="1"/>
          <p:nvPr/>
        </p:nvSpPr>
        <p:spPr>
          <a:xfrm>
            <a:off x="-336025" y="745250"/>
            <a:ext cx="6984000" cy="6018000"/>
          </a:xfrm>
          <a:prstGeom prst="rect">
            <a:avLst/>
          </a:prstGeom>
          <a:noFill/>
          <a:ln>
            <a:noFill/>
          </a:ln>
        </p:spPr>
        <p:txBody>
          <a:bodyPr spcFirstLastPara="1" wrap="square" lIns="91425" tIns="91425" rIns="91425" bIns="91425" anchor="t" anchorCtr="0">
            <a:spAutoFit/>
          </a:bodyPr>
          <a:lstStyle/>
          <a:p>
            <a:pPr marL="914400" lvl="1" indent="-304800" algn="l" rtl="0">
              <a:lnSpc>
                <a:spcPct val="115000"/>
              </a:lnSpc>
              <a:spcBef>
                <a:spcPts val="1200"/>
              </a:spcBef>
              <a:spcAft>
                <a:spcPts val="0"/>
              </a:spcAft>
              <a:buClr>
                <a:schemeClr val="dk1"/>
              </a:buClr>
              <a:buSzPts val="1200"/>
              <a:buFont typeface="Nunito"/>
              <a:buChar char="○"/>
            </a:pPr>
            <a:r>
              <a:rPr lang="es" sz="1100" b="1">
                <a:solidFill>
                  <a:schemeClr val="dk1"/>
                </a:solidFill>
                <a:latin typeface="Nunito"/>
                <a:ea typeface="Nunito"/>
                <a:cs typeface="Nunito"/>
                <a:sym typeface="Nunito"/>
              </a:rPr>
              <a:t>Tamaño del aro: </a:t>
            </a:r>
            <a:r>
              <a:rPr lang="es" sz="1000">
                <a:solidFill>
                  <a:schemeClr val="dk1"/>
                </a:solidFill>
                <a:latin typeface="Nunito"/>
                <a:ea typeface="Nunito"/>
                <a:cs typeface="Nunito"/>
                <a:sym typeface="Nunito"/>
              </a:rPr>
              <a:t>Moderado (98-100 pulgadas²). Con un punto dulce más acotado y un patrón más cerrado, la composición del marco Stablefeel mejora la estabilidad de la Blade v9, proporcionando una mejor conexión con la pelota y un contacto más sólido.</a:t>
            </a:r>
            <a:endParaRPr sz="1000" b="1">
              <a:solidFill>
                <a:schemeClr val="dk1"/>
              </a:solidFill>
              <a:latin typeface="Nunito"/>
              <a:ea typeface="Nunito"/>
              <a:cs typeface="Nunito"/>
              <a:sym typeface="Nunito"/>
            </a:endParaRPr>
          </a:p>
          <a:p>
            <a:pPr marL="0" lvl="0" indent="0" algn="l" rtl="0">
              <a:lnSpc>
                <a:spcPct val="6000"/>
              </a:lnSpc>
              <a:spcBef>
                <a:spcPts val="1200"/>
              </a:spcBef>
              <a:spcAft>
                <a:spcPts val="0"/>
              </a:spcAft>
              <a:buNone/>
            </a:pPr>
            <a:endParaRPr sz="1000" b="1">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Balance</a:t>
            </a:r>
            <a:r>
              <a:rPr lang="es" sz="1100">
                <a:solidFill>
                  <a:schemeClr val="dk1"/>
                </a:solidFill>
                <a:latin typeface="Nunito"/>
                <a:ea typeface="Nunito"/>
                <a:cs typeface="Nunito"/>
                <a:sym typeface="Nunito"/>
              </a:rPr>
              <a:t>:</a:t>
            </a:r>
            <a:r>
              <a:rPr lang="es" sz="1000">
                <a:solidFill>
                  <a:schemeClr val="dk1"/>
                </a:solidFill>
                <a:latin typeface="Nunito"/>
                <a:ea typeface="Nunito"/>
                <a:cs typeface="Nunito"/>
                <a:sym typeface="Nunito"/>
              </a:rPr>
              <a:t> Su balance es tendiente al mango, buscando así priorizar el control sobre la potencia proporcionada por la raqueta.</a:t>
            </a:r>
            <a:endParaRPr sz="10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Rigidez</a:t>
            </a:r>
            <a:r>
              <a:rPr lang="es" sz="1100">
                <a:solidFill>
                  <a:schemeClr val="dk1"/>
                </a:solidFill>
                <a:latin typeface="Nunito"/>
                <a:ea typeface="Nunito"/>
                <a:cs typeface="Nunito"/>
                <a:sym typeface="Nunito"/>
              </a:rPr>
              <a:t>: </a:t>
            </a:r>
            <a:r>
              <a:rPr lang="es" sz="1000">
                <a:solidFill>
                  <a:schemeClr val="dk1"/>
                </a:solidFill>
                <a:highlight>
                  <a:srgbClr val="FFFFFF"/>
                </a:highlight>
                <a:latin typeface="Nunito"/>
                <a:ea typeface="Nunito"/>
                <a:cs typeface="Nunito"/>
                <a:sym typeface="Nunito"/>
              </a:rPr>
              <a:t>La mayoría de las raquetas de la serie Blade tienden a tener una rigidez moderada a alta, permitiendo dar mayor participación al control de la raqueta.</a:t>
            </a:r>
            <a:r>
              <a:rPr lang="es" sz="1100">
                <a:solidFill>
                  <a:schemeClr val="dk1"/>
                </a:solidFill>
                <a:latin typeface="Nunito"/>
                <a:ea typeface="Nunito"/>
                <a:cs typeface="Nunito"/>
                <a:sym typeface="Nunito"/>
              </a:rPr>
              <a:t> </a:t>
            </a:r>
            <a:r>
              <a:rPr lang="es" sz="1000">
                <a:solidFill>
                  <a:schemeClr val="dk1"/>
                </a:solidFill>
                <a:highlight>
                  <a:srgbClr val="FFFFFF"/>
                </a:highlight>
                <a:latin typeface="Nunito"/>
                <a:ea typeface="Nunito"/>
                <a:cs typeface="Nunito"/>
                <a:sym typeface="Nunito"/>
              </a:rPr>
              <a:t>También conserva la tecnología de bandeja FortyFive de Wilson, que aumenta la flexibilidad lateral para complementar a la disminución de las vibraciones y la mecánica vertical explosiva del juego moderno.</a:t>
            </a:r>
            <a:endParaRPr sz="10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Peso</a:t>
            </a:r>
            <a:r>
              <a:rPr lang="es" sz="1100">
                <a:solidFill>
                  <a:schemeClr val="dk1"/>
                </a:solidFill>
                <a:latin typeface="Nunito"/>
                <a:ea typeface="Nunito"/>
                <a:cs typeface="Nunito"/>
                <a:sym typeface="Nunito"/>
              </a:rPr>
              <a:t>: </a:t>
            </a:r>
            <a:r>
              <a:rPr lang="es" sz="1000">
                <a:solidFill>
                  <a:schemeClr val="dk1"/>
                </a:solidFill>
                <a:latin typeface="Nunito"/>
                <a:ea typeface="Nunito"/>
                <a:cs typeface="Nunito"/>
                <a:sym typeface="Nunito"/>
              </a:rPr>
              <a:t>Con un peso que ronda los 300-305 gramos sin encordar, la Wilson Blade permite p</a:t>
            </a:r>
            <a:r>
              <a:rPr lang="es" sz="1000">
                <a:solidFill>
                  <a:schemeClr val="dk1"/>
                </a:solidFill>
                <a:highlight>
                  <a:schemeClr val="lt1"/>
                </a:highlight>
                <a:latin typeface="Nunito"/>
                <a:ea typeface="Nunito"/>
                <a:cs typeface="Nunito"/>
                <a:sym typeface="Nunito"/>
              </a:rPr>
              <a:t>roporcionar un mayor control a los jugadores en búsqueda del mismo con esta raqueta.</a:t>
            </a:r>
            <a:endParaRPr sz="11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b="1">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Ideal para</a:t>
            </a:r>
            <a:r>
              <a:rPr lang="es" sz="1100">
                <a:solidFill>
                  <a:schemeClr val="dk1"/>
                </a:solidFill>
                <a:latin typeface="Nunito"/>
                <a:ea typeface="Nunito"/>
                <a:cs typeface="Nunito"/>
                <a:sym typeface="Nunito"/>
              </a:rPr>
              <a:t>:</a:t>
            </a:r>
            <a:r>
              <a:rPr lang="es" sz="1000">
                <a:solidFill>
                  <a:schemeClr val="dk1"/>
                </a:solidFill>
                <a:latin typeface="Nunito"/>
                <a:ea typeface="Nunito"/>
                <a:cs typeface="Nunito"/>
                <a:sym typeface="Nunito"/>
              </a:rPr>
              <a:t> Aquellos jugadores avanzados que priorizan control y precisión. Es la raqueta más elegida por los profesionales</a:t>
            </a:r>
            <a:endParaRPr sz="1000">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1200"/>
              </a:spcAft>
              <a:buNone/>
            </a:pPr>
            <a:endParaRPr sz="1100" b="1">
              <a:solidFill>
                <a:schemeClr val="dk1"/>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5"/>
        <p:cNvGrpSpPr/>
        <p:nvPr/>
      </p:nvGrpSpPr>
      <p:grpSpPr>
        <a:xfrm>
          <a:off x="0" y="0"/>
          <a:ext cx="0" cy="0"/>
          <a:chOff x="0" y="0"/>
          <a:chExt cx="0" cy="0"/>
        </a:xfrm>
      </p:grpSpPr>
      <p:sp>
        <p:nvSpPr>
          <p:cNvPr id="646" name="Google Shape;646;p97"/>
          <p:cNvSpPr txBox="1"/>
          <p:nvPr/>
        </p:nvSpPr>
        <p:spPr>
          <a:xfrm>
            <a:off x="426900" y="130525"/>
            <a:ext cx="42213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100" b="1">
                <a:solidFill>
                  <a:schemeClr val="dk2"/>
                </a:solidFill>
              </a:rPr>
              <a:t>SIMILARES</a:t>
            </a:r>
            <a:endParaRPr sz="3100" b="1">
              <a:solidFill>
                <a:schemeClr val="dk2"/>
              </a:solidFill>
            </a:endParaRPr>
          </a:p>
        </p:txBody>
      </p:sp>
      <p:graphicFrame>
        <p:nvGraphicFramePr>
          <p:cNvPr id="647" name="Google Shape;647;p97"/>
          <p:cNvGraphicFramePr/>
          <p:nvPr/>
        </p:nvGraphicFramePr>
        <p:xfrm>
          <a:off x="606650" y="914575"/>
          <a:ext cx="3000000" cy="3000000"/>
        </p:xfrm>
        <a:graphic>
          <a:graphicData uri="http://schemas.openxmlformats.org/drawingml/2006/table">
            <a:tbl>
              <a:tblPr>
                <a:noFill/>
                <a:tableStyleId>{49271FAC-A121-4344-B234-24950B8BD5E7}</a:tableStyleId>
              </a:tblPr>
              <a:tblGrid>
                <a:gridCol w="2579200">
                  <a:extLst>
                    <a:ext uri="{9D8B030D-6E8A-4147-A177-3AD203B41FA5}">
                      <a16:colId xmlns:a16="http://schemas.microsoft.com/office/drawing/2014/main" val="20000"/>
                    </a:ext>
                  </a:extLst>
                </a:gridCol>
                <a:gridCol w="2579200">
                  <a:extLst>
                    <a:ext uri="{9D8B030D-6E8A-4147-A177-3AD203B41FA5}">
                      <a16:colId xmlns:a16="http://schemas.microsoft.com/office/drawing/2014/main" val="20001"/>
                    </a:ext>
                  </a:extLst>
                </a:gridCol>
                <a:gridCol w="25792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s" sz="1350" b="1">
                          <a:solidFill>
                            <a:schemeClr val="dk1"/>
                          </a:solidFill>
                          <a:highlight>
                            <a:schemeClr val="lt1"/>
                          </a:highlight>
                          <a:latin typeface="Nunito"/>
                          <a:ea typeface="Nunito"/>
                          <a:cs typeface="Nunito"/>
                          <a:sym typeface="Nunito"/>
                        </a:rPr>
                        <a:t>Babolat </a:t>
                      </a:r>
                      <a:endParaRPr b="1">
                        <a:latin typeface="Nunito"/>
                        <a:ea typeface="Nunito"/>
                        <a:cs typeface="Nunito"/>
                        <a:sym typeface="Nunito"/>
                      </a:endParaRPr>
                    </a:p>
                  </a:txBody>
                  <a:tcPr marL="91425" marR="91425" marT="91425" marB="91425"/>
                </a:tc>
                <a:tc>
                  <a:txBody>
                    <a:bodyPr/>
                    <a:lstStyle/>
                    <a:p>
                      <a:pPr marL="0" lvl="0" indent="0" algn="ctr" rtl="0">
                        <a:spcBef>
                          <a:spcPts val="0"/>
                        </a:spcBef>
                        <a:spcAft>
                          <a:spcPts val="0"/>
                        </a:spcAft>
                        <a:buNone/>
                      </a:pPr>
                      <a:r>
                        <a:rPr lang="es" sz="1350" b="1">
                          <a:solidFill>
                            <a:schemeClr val="dk1"/>
                          </a:solidFill>
                          <a:highlight>
                            <a:schemeClr val="lt1"/>
                          </a:highlight>
                          <a:latin typeface="Nunito"/>
                          <a:ea typeface="Nunito"/>
                          <a:cs typeface="Nunito"/>
                          <a:sym typeface="Nunito"/>
                        </a:rPr>
                        <a:t>Head</a:t>
                      </a:r>
                      <a:endParaRPr b="1">
                        <a:latin typeface="Nunito"/>
                        <a:ea typeface="Nunito"/>
                        <a:cs typeface="Nunito"/>
                        <a:sym typeface="Nunito"/>
                      </a:endParaRPr>
                    </a:p>
                  </a:txBody>
                  <a:tcPr marL="91425" marR="91425" marT="91425" marB="91425"/>
                </a:tc>
                <a:tc>
                  <a:txBody>
                    <a:bodyPr/>
                    <a:lstStyle/>
                    <a:p>
                      <a:pPr marL="0" lvl="0" indent="0" algn="ctr" rtl="0">
                        <a:lnSpc>
                          <a:spcPct val="115000"/>
                        </a:lnSpc>
                        <a:spcBef>
                          <a:spcPts val="1200"/>
                        </a:spcBef>
                        <a:spcAft>
                          <a:spcPts val="1200"/>
                        </a:spcAft>
                        <a:buNone/>
                      </a:pPr>
                      <a:r>
                        <a:rPr lang="es" sz="1350" b="1">
                          <a:solidFill>
                            <a:schemeClr val="dk1"/>
                          </a:solidFill>
                          <a:latin typeface="Nunito"/>
                          <a:ea typeface="Nunito"/>
                          <a:cs typeface="Nunito"/>
                          <a:sym typeface="Nunito"/>
                        </a:rPr>
                        <a:t>Yonex</a:t>
                      </a:r>
                      <a:endParaRPr sz="1350" b="1">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r h="3605275">
                <a:tc>
                  <a:txBody>
                    <a:bodyPr/>
                    <a:lstStyle/>
                    <a:p>
                      <a:pPr marL="0" marR="0" lvl="0" indent="0" algn="l" rtl="0">
                        <a:lnSpc>
                          <a:spcPct val="100000"/>
                        </a:lnSpc>
                        <a:spcBef>
                          <a:spcPts val="0"/>
                        </a:spcBef>
                        <a:spcAft>
                          <a:spcPts val="0"/>
                        </a:spcAft>
                        <a:buNone/>
                      </a:pPr>
                      <a:r>
                        <a:rPr lang="es" sz="1100" b="1">
                          <a:solidFill>
                            <a:schemeClr val="dk1"/>
                          </a:solidFill>
                          <a:latin typeface="Nunito"/>
                          <a:ea typeface="Nunito"/>
                          <a:cs typeface="Nunito"/>
                          <a:sym typeface="Nunito"/>
                        </a:rPr>
                        <a:t>             Babolat Pure Control</a:t>
                      </a:r>
                      <a:endParaRPr sz="1100" b="1">
                        <a:solidFill>
                          <a:schemeClr val="dk1"/>
                        </a:solidFill>
                        <a:latin typeface="Nunito"/>
                        <a:ea typeface="Nunito"/>
                        <a:cs typeface="Nunito"/>
                        <a:sym typeface="Nunito"/>
                      </a:endParaRPr>
                    </a:p>
                    <a:p>
                      <a:pPr marL="0" marR="0" lvl="0" indent="0" algn="ctr" rtl="0">
                        <a:lnSpc>
                          <a:spcPct val="100000"/>
                        </a:lnSpc>
                        <a:spcBef>
                          <a:spcPts val="0"/>
                        </a:spcBef>
                        <a:spcAft>
                          <a:spcPts val="0"/>
                        </a:spcAft>
                        <a:buClr>
                          <a:schemeClr val="dk1"/>
                        </a:buClr>
                        <a:buSzPts val="1100"/>
                        <a:buFont typeface="Arial"/>
                        <a:buNone/>
                      </a:pPr>
                      <a:endParaRPr sz="1100" b="1">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r>
                        <a:rPr lang="es" sz="1000">
                          <a:solidFill>
                            <a:schemeClr val="dk1"/>
                          </a:solidFill>
                          <a:latin typeface="Nunito"/>
                          <a:ea typeface="Nunito"/>
                          <a:cs typeface="Nunito"/>
                          <a:sym typeface="Nunito"/>
                        </a:rPr>
                        <a:t>La Babolat Pure Control y la Wilson Blade comparten un enfoque en el control y la precisión con una sensibilidad excepcional. Ambas raquetas están diseñadas para jugadores que buscan una mezcla de potencia controlada y toque. La Blade ofrece una gran estabilidad y flexibilidad, lo que le da un control sobresaliente en los golpes, pero manteniendo suficiente potencia cuando es necesario. La Pure Control tiene una sensación más sólida que la Blade, pero también favorece un gran control y permite realizar golpes con precisión. </a:t>
                      </a:r>
                      <a:endParaRPr sz="1000">
                        <a:solidFill>
                          <a:schemeClr val="dk1"/>
                        </a:solidFill>
                        <a:latin typeface="Nunito"/>
                        <a:ea typeface="Nunito"/>
                        <a:cs typeface="Nunito"/>
                        <a:sym typeface="Nunito"/>
                      </a:endParaRPr>
                    </a:p>
                    <a:p>
                      <a:pPr marL="0" lvl="0" indent="0" algn="l" rtl="0">
                        <a:spcBef>
                          <a:spcPts val="0"/>
                        </a:spcBef>
                        <a:spcAft>
                          <a:spcPts val="0"/>
                        </a:spcAft>
                        <a:buNone/>
                      </a:pPr>
                      <a:endParaRPr sz="700"/>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s" sz="1100" b="1">
                          <a:solidFill>
                            <a:schemeClr val="dk1"/>
                          </a:solidFill>
                          <a:latin typeface="Nunito"/>
                          <a:ea typeface="Nunito"/>
                          <a:cs typeface="Nunito"/>
                          <a:sym typeface="Nunito"/>
                        </a:rPr>
                        <a:t>Head Gravity MP</a:t>
                      </a:r>
                      <a:endParaRPr sz="1100" b="1">
                        <a:solidFill>
                          <a:schemeClr val="dk1"/>
                        </a:solidFill>
                        <a:latin typeface="Nunito"/>
                        <a:ea typeface="Nunito"/>
                        <a:cs typeface="Nunito"/>
                        <a:sym typeface="Nunito"/>
                      </a:endParaRPr>
                    </a:p>
                    <a:p>
                      <a:pPr marL="0" lvl="0" indent="0" algn="l" rtl="0">
                        <a:spcBef>
                          <a:spcPts val="0"/>
                        </a:spcBef>
                        <a:spcAft>
                          <a:spcPts val="0"/>
                        </a:spcAft>
                        <a:buClr>
                          <a:schemeClr val="dk1"/>
                        </a:buClr>
                        <a:buSzPts val="1100"/>
                        <a:buFont typeface="Arial"/>
                        <a:buNone/>
                      </a:pPr>
                      <a:endParaRPr sz="1100" b="1">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r>
                        <a:rPr lang="es" sz="1000">
                          <a:solidFill>
                            <a:schemeClr val="dk1"/>
                          </a:solidFill>
                          <a:latin typeface="Nunito"/>
                          <a:ea typeface="Nunito"/>
                          <a:cs typeface="Nunito"/>
                          <a:sym typeface="Nunito"/>
                        </a:rPr>
                        <a:t>La Head Gravity MP y la Wilson Blade son similares en su enfoque hacia un gran control combinado con potencia moderada. Ambas raquetas ofrecen una sensación flexible y táctil, ideal para jugadores que buscan una sensibilidad excelente en sus golpes. La Gravity MP es especialmente conocida por su punto dulce amplio y su equilibrio entre control y comodidad, lo que la hace muy amigable para jugadores que necesitan manejo en lugar de sólo potencia. La Blade, aunque un poco más rígida, ofrece un control similar pero con mayor estabilidad en los golpes. </a:t>
                      </a:r>
                      <a:endParaRPr sz="700">
                        <a:solidFill>
                          <a:srgbClr val="282828"/>
                        </a:solidFill>
                      </a:endParaRPr>
                    </a:p>
                    <a:p>
                      <a:pPr marL="0" lvl="0" indent="0" algn="ctr" rtl="0">
                        <a:lnSpc>
                          <a:spcPct val="115000"/>
                        </a:lnSpc>
                        <a:spcBef>
                          <a:spcPts val="0"/>
                        </a:spcBef>
                        <a:spcAft>
                          <a:spcPts val="1200"/>
                        </a:spcAft>
                        <a:buNone/>
                      </a:pPr>
                      <a:endParaRPr sz="700">
                        <a:solidFill>
                          <a:srgbClr val="282828"/>
                        </a:solidFill>
                      </a:endParaRPr>
                    </a:p>
                  </a:txBody>
                  <a:tcPr marL="91425" marR="91425" marT="91425" marB="91425"/>
                </a:tc>
                <a:tc>
                  <a:txBody>
                    <a:bodyPr/>
                    <a:lstStyle/>
                    <a:p>
                      <a:pPr marL="0" marR="0" lvl="0" indent="0" algn="ctr" rtl="0">
                        <a:lnSpc>
                          <a:spcPct val="100000"/>
                        </a:lnSpc>
                        <a:spcBef>
                          <a:spcPts val="0"/>
                        </a:spcBef>
                        <a:spcAft>
                          <a:spcPts val="0"/>
                        </a:spcAft>
                        <a:buClr>
                          <a:schemeClr val="dk1"/>
                        </a:buClr>
                        <a:buSzPts val="1100"/>
                        <a:buFont typeface="Arial"/>
                        <a:buNone/>
                      </a:pPr>
                      <a:r>
                        <a:rPr lang="es" sz="1100" b="1">
                          <a:solidFill>
                            <a:schemeClr val="dk1"/>
                          </a:solidFill>
                          <a:latin typeface="Nunito"/>
                          <a:ea typeface="Nunito"/>
                          <a:cs typeface="Nunito"/>
                          <a:sym typeface="Nunito"/>
                        </a:rPr>
                        <a:t>Yonex VCORE Pro</a:t>
                      </a:r>
                      <a:endParaRPr sz="1100" b="1">
                        <a:solidFill>
                          <a:schemeClr val="dk1"/>
                        </a:solidFill>
                        <a:latin typeface="Nunito"/>
                        <a:ea typeface="Nunito"/>
                        <a:cs typeface="Nunito"/>
                        <a:sym typeface="Nunito"/>
                      </a:endParaRPr>
                    </a:p>
                    <a:p>
                      <a:pPr marL="0" marR="0" lvl="0" indent="0" algn="ctr" rtl="0">
                        <a:lnSpc>
                          <a:spcPct val="100000"/>
                        </a:lnSpc>
                        <a:spcBef>
                          <a:spcPts val="0"/>
                        </a:spcBef>
                        <a:spcAft>
                          <a:spcPts val="0"/>
                        </a:spcAft>
                        <a:buClr>
                          <a:schemeClr val="dk1"/>
                        </a:buClr>
                        <a:buSzPts val="1100"/>
                        <a:buFont typeface="Arial"/>
                        <a:buNone/>
                      </a:pPr>
                      <a:endParaRPr sz="1000">
                        <a:solidFill>
                          <a:schemeClr val="dk1"/>
                        </a:solidFill>
                        <a:latin typeface="Nunito"/>
                        <a:ea typeface="Nunito"/>
                        <a:cs typeface="Nunito"/>
                        <a:sym typeface="Nunito"/>
                      </a:endParaRPr>
                    </a:p>
                    <a:p>
                      <a:pPr marL="0" marR="0" lvl="0" indent="0" algn="ctr" rtl="0">
                        <a:lnSpc>
                          <a:spcPct val="100000"/>
                        </a:lnSpc>
                        <a:spcBef>
                          <a:spcPts val="0"/>
                        </a:spcBef>
                        <a:spcAft>
                          <a:spcPts val="0"/>
                        </a:spcAft>
                        <a:buNone/>
                      </a:pPr>
                      <a:r>
                        <a:rPr lang="es" sz="1000">
                          <a:solidFill>
                            <a:schemeClr val="dk1"/>
                          </a:solidFill>
                          <a:latin typeface="Nunito"/>
                          <a:ea typeface="Nunito"/>
                          <a:cs typeface="Nunito"/>
                          <a:sym typeface="Nunito"/>
                        </a:rPr>
                        <a:t>La VCORE 100 tiene una sensación de golpe más flexible que la Blade, lo que puede beneficiar a los jugadores que buscan un toque más suave y controlado. Sin embargo, ambas tienen un gran enfoque en el control mientras permiten generar potencia cuando es necesario. La Blade tiene un marco un poco más rígido, lo que proporciona una mayor estabilidad y control, mientras que la VCORE 100 se siente más cómoda y flexible al impactar la pelota, sin perder el control. Ambas raquetas son ideales para jugadores que priorizan el control.</a:t>
                      </a:r>
                      <a:endParaRPr sz="700" b="1">
                        <a:solidFill>
                          <a:schemeClr val="dk1"/>
                        </a:solidFill>
                      </a:endParaRPr>
                    </a:p>
                    <a:p>
                      <a:pPr marL="0" lvl="0" indent="0" algn="l" rtl="0">
                        <a:lnSpc>
                          <a:spcPct val="150000"/>
                        </a:lnSpc>
                        <a:spcBef>
                          <a:spcPts val="1200"/>
                        </a:spcBef>
                        <a:spcAft>
                          <a:spcPts val="1200"/>
                        </a:spcAft>
                        <a:buClr>
                          <a:schemeClr val="dk1"/>
                        </a:buClr>
                        <a:buSzPts val="1100"/>
                        <a:buFont typeface="Arial"/>
                        <a:buNone/>
                      </a:pPr>
                      <a:endParaRPr sz="700" b="1">
                        <a:solidFill>
                          <a:schemeClr val="dk1"/>
                        </a:solidFill>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98"/>
          <p:cNvSpPr txBox="1"/>
          <p:nvPr/>
        </p:nvSpPr>
        <p:spPr>
          <a:xfrm>
            <a:off x="288575" y="51525"/>
            <a:ext cx="5002800" cy="79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100" b="1">
                <a:solidFill>
                  <a:schemeClr val="dk2"/>
                </a:solidFill>
              </a:rPr>
              <a:t>WILSON </a:t>
            </a:r>
            <a:r>
              <a:rPr lang="es" sz="3100" b="1">
                <a:solidFill>
                  <a:srgbClr val="FFD966"/>
                </a:solidFill>
              </a:rPr>
              <a:t>PRO STAFF</a:t>
            </a:r>
            <a:endParaRPr sz="3100" b="1">
              <a:solidFill>
                <a:srgbClr val="FFD966"/>
              </a:solidFill>
            </a:endParaRPr>
          </a:p>
        </p:txBody>
      </p:sp>
      <p:sp>
        <p:nvSpPr>
          <p:cNvPr id="653" name="Google Shape;653;p98"/>
          <p:cNvSpPr txBox="1"/>
          <p:nvPr/>
        </p:nvSpPr>
        <p:spPr>
          <a:xfrm>
            <a:off x="-264900" y="848925"/>
            <a:ext cx="6060000" cy="6141000"/>
          </a:xfrm>
          <a:prstGeom prst="rect">
            <a:avLst/>
          </a:prstGeom>
          <a:noFill/>
          <a:ln>
            <a:noFill/>
          </a:ln>
        </p:spPr>
        <p:txBody>
          <a:bodyPr spcFirstLastPara="1" wrap="square" lIns="91425" tIns="91425" rIns="91425" bIns="91425" anchor="t" anchorCtr="0">
            <a:spAutoFit/>
          </a:bodyPr>
          <a:lstStyle/>
          <a:p>
            <a:pPr marL="914400" lvl="1" indent="-304800" algn="l" rtl="0">
              <a:lnSpc>
                <a:spcPct val="115000"/>
              </a:lnSpc>
              <a:spcBef>
                <a:spcPts val="1200"/>
              </a:spcBef>
              <a:spcAft>
                <a:spcPts val="0"/>
              </a:spcAft>
              <a:buClr>
                <a:schemeClr val="dk1"/>
              </a:buClr>
              <a:buSzPts val="1200"/>
              <a:buFont typeface="Nunito"/>
              <a:buChar char="○"/>
            </a:pPr>
            <a:r>
              <a:rPr lang="es" sz="1100" b="1">
                <a:solidFill>
                  <a:schemeClr val="dk1"/>
                </a:solidFill>
                <a:latin typeface="Nunito"/>
                <a:ea typeface="Nunito"/>
                <a:cs typeface="Nunito"/>
                <a:sym typeface="Nunito"/>
              </a:rPr>
              <a:t>Tamaño del aro: </a:t>
            </a:r>
            <a:r>
              <a:rPr lang="es" sz="1000">
                <a:solidFill>
                  <a:schemeClr val="dk1"/>
                </a:solidFill>
                <a:latin typeface="Nunito"/>
                <a:ea typeface="Nunito"/>
                <a:cs typeface="Nunito"/>
                <a:sym typeface="Nunito"/>
              </a:rPr>
              <a:t>Pequeña (97 pulgadas²).</a:t>
            </a:r>
            <a:r>
              <a:rPr lang="es" sz="1100">
                <a:solidFill>
                  <a:schemeClr val="dk1"/>
                </a:solidFill>
                <a:highlight>
                  <a:srgbClr val="FFFFFF"/>
                </a:highlight>
                <a:latin typeface="Roboto"/>
                <a:ea typeface="Roboto"/>
                <a:cs typeface="Roboto"/>
                <a:sym typeface="Roboto"/>
              </a:rPr>
              <a:t> </a:t>
            </a:r>
            <a:r>
              <a:rPr lang="es" sz="1000">
                <a:solidFill>
                  <a:schemeClr val="dk1"/>
                </a:solidFill>
                <a:highlight>
                  <a:srgbClr val="FFFFFF"/>
                </a:highlight>
                <a:latin typeface="Nunito"/>
                <a:ea typeface="Nunito"/>
                <a:cs typeface="Nunito"/>
                <a:sym typeface="Nunito"/>
              </a:rPr>
              <a:t>Para mejorar el control, las raquetas Pro Staff tienen tamaños de cabeza de 97 pulgadas cuadradas o menos, con un punto dulce menor en comparación a las otras familias.</a:t>
            </a:r>
            <a:r>
              <a:rPr lang="es" sz="900">
                <a:solidFill>
                  <a:schemeClr val="dk1"/>
                </a:solidFill>
                <a:highlight>
                  <a:srgbClr val="FFFFFF"/>
                </a:highlight>
                <a:latin typeface="Nunito"/>
                <a:ea typeface="Nunito"/>
                <a:cs typeface="Nunito"/>
                <a:sym typeface="Nunito"/>
              </a:rPr>
              <a:t> </a:t>
            </a:r>
            <a:r>
              <a:rPr lang="es" sz="950">
                <a:solidFill>
                  <a:srgbClr val="282828"/>
                </a:solidFill>
                <a:highlight>
                  <a:srgbClr val="FFFFFF"/>
                </a:highlight>
                <a:latin typeface="Nunito"/>
                <a:ea typeface="Nunito"/>
                <a:cs typeface="Nunito"/>
                <a:sym typeface="Nunito"/>
              </a:rPr>
              <a:t>Las cuerdas se encuentran más juntas, lo que se traduce en un patrón más cerrado y por lo tanto una precisión y sensación excelentes.</a:t>
            </a:r>
            <a:r>
              <a:rPr lang="es" sz="900">
                <a:solidFill>
                  <a:schemeClr val="dk1"/>
                </a:solidFill>
                <a:highlight>
                  <a:srgbClr val="FFFFFF"/>
                </a:highlight>
                <a:latin typeface="Nunito"/>
                <a:ea typeface="Nunito"/>
                <a:cs typeface="Nunito"/>
                <a:sym typeface="Nunito"/>
              </a:rPr>
              <a:t> </a:t>
            </a:r>
            <a:endParaRPr sz="900">
              <a:solidFill>
                <a:schemeClr val="dk1"/>
              </a:solidFill>
              <a:latin typeface="Nunito"/>
              <a:ea typeface="Nunito"/>
              <a:cs typeface="Nunito"/>
              <a:sym typeface="Nunito"/>
            </a:endParaRPr>
          </a:p>
          <a:p>
            <a:pPr marL="0" lvl="0" indent="0" algn="l" rtl="0">
              <a:lnSpc>
                <a:spcPct val="6000"/>
              </a:lnSpc>
              <a:spcBef>
                <a:spcPts val="1200"/>
              </a:spcBef>
              <a:spcAft>
                <a:spcPts val="0"/>
              </a:spcAft>
              <a:buNone/>
            </a:pPr>
            <a:endParaRPr sz="10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Balance</a:t>
            </a:r>
            <a:r>
              <a:rPr lang="es" sz="1100">
                <a:solidFill>
                  <a:schemeClr val="dk1"/>
                </a:solidFill>
                <a:latin typeface="Nunito"/>
                <a:ea typeface="Nunito"/>
                <a:cs typeface="Nunito"/>
                <a:sym typeface="Nunito"/>
              </a:rPr>
              <a:t>:</a:t>
            </a:r>
            <a:r>
              <a:rPr lang="es" sz="1000">
                <a:solidFill>
                  <a:schemeClr val="dk1"/>
                </a:solidFill>
                <a:latin typeface="Nunito"/>
                <a:ea typeface="Nunito"/>
                <a:cs typeface="Nunito"/>
                <a:sym typeface="Nunito"/>
              </a:rPr>
              <a:t> Al igual que la </a:t>
            </a:r>
            <a:r>
              <a:rPr lang="es" sz="1000" b="1">
                <a:solidFill>
                  <a:schemeClr val="dk1"/>
                </a:solidFill>
                <a:latin typeface="Nunito"/>
                <a:ea typeface="Nunito"/>
                <a:cs typeface="Nunito"/>
                <a:sym typeface="Nunito"/>
              </a:rPr>
              <a:t>Blade, </a:t>
            </a:r>
            <a:r>
              <a:rPr lang="es" sz="1000">
                <a:solidFill>
                  <a:schemeClr val="dk1"/>
                </a:solidFill>
                <a:latin typeface="Nunito"/>
                <a:ea typeface="Nunito"/>
                <a:cs typeface="Nunito"/>
                <a:sym typeface="Nunito"/>
              </a:rPr>
              <a:t>su balance tiende al mango, priorizando mayor control y precisión sobre cada impacto.</a:t>
            </a:r>
            <a:endParaRPr sz="10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0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Rigidez</a:t>
            </a:r>
            <a:r>
              <a:rPr lang="es" sz="1100">
                <a:solidFill>
                  <a:schemeClr val="dk1"/>
                </a:solidFill>
                <a:latin typeface="Nunito"/>
                <a:ea typeface="Nunito"/>
                <a:cs typeface="Nunito"/>
                <a:sym typeface="Nunito"/>
              </a:rPr>
              <a:t>: </a:t>
            </a:r>
            <a:r>
              <a:rPr lang="es" sz="1000">
                <a:solidFill>
                  <a:schemeClr val="dk1"/>
                </a:solidFill>
                <a:latin typeface="Nunito"/>
                <a:ea typeface="Nunito"/>
                <a:cs typeface="Nunito"/>
                <a:sym typeface="Nunito"/>
              </a:rPr>
              <a:t>La familia Pro staff destaca por su rigidez media, ideal para aquellos jugadores avanzados que buscan mayor independencia de la raqueta, precisión y control.</a:t>
            </a:r>
            <a:endParaRPr sz="10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Peso</a:t>
            </a:r>
            <a:r>
              <a:rPr lang="es" sz="1100">
                <a:solidFill>
                  <a:schemeClr val="dk1"/>
                </a:solidFill>
                <a:latin typeface="Nunito"/>
                <a:ea typeface="Nunito"/>
                <a:cs typeface="Nunito"/>
                <a:sym typeface="Nunito"/>
              </a:rPr>
              <a:t>: </a:t>
            </a:r>
            <a:r>
              <a:rPr lang="es" sz="1000">
                <a:solidFill>
                  <a:schemeClr val="dk1"/>
                </a:solidFill>
                <a:latin typeface="Nunito"/>
                <a:ea typeface="Nunito"/>
                <a:cs typeface="Nunito"/>
                <a:sym typeface="Nunito"/>
              </a:rPr>
              <a:t>En su mayoría, esta línea se caracteriza por su elevado peso, aproximadamente 315 gramos sin encordar.  </a:t>
            </a:r>
            <a:endParaRPr sz="1000">
              <a:solidFill>
                <a:schemeClr val="dk1"/>
              </a:solidFill>
              <a:latin typeface="Nunito"/>
              <a:ea typeface="Nunito"/>
              <a:cs typeface="Nunito"/>
              <a:sym typeface="Nunito"/>
            </a:endParaRPr>
          </a:p>
          <a:p>
            <a:pPr marL="914400" lvl="0" indent="0" algn="l" rtl="0">
              <a:lnSpc>
                <a:spcPct val="6000"/>
              </a:lnSpc>
              <a:spcBef>
                <a:spcPts val="1200"/>
              </a:spcBef>
              <a:spcAft>
                <a:spcPts val="0"/>
              </a:spcAft>
              <a:buNone/>
            </a:pPr>
            <a:endParaRPr sz="1100" b="1">
              <a:solidFill>
                <a:schemeClr val="dk1"/>
              </a:solidFill>
              <a:latin typeface="Nunito"/>
              <a:ea typeface="Nunito"/>
              <a:cs typeface="Nunito"/>
              <a:sym typeface="Nunito"/>
            </a:endParaRPr>
          </a:p>
          <a:p>
            <a:pPr marL="914400" lvl="1" indent="-304800" algn="l" rtl="0">
              <a:lnSpc>
                <a:spcPct val="115000"/>
              </a:lnSpc>
              <a:spcBef>
                <a:spcPts val="1200"/>
              </a:spcBef>
              <a:spcAft>
                <a:spcPts val="0"/>
              </a:spcAft>
              <a:buClr>
                <a:schemeClr val="dk1"/>
              </a:buClr>
              <a:buSzPts val="1200"/>
              <a:buChar char="○"/>
            </a:pPr>
            <a:r>
              <a:rPr lang="es" sz="1100" b="1">
                <a:solidFill>
                  <a:schemeClr val="dk1"/>
                </a:solidFill>
                <a:latin typeface="Nunito"/>
                <a:ea typeface="Nunito"/>
                <a:cs typeface="Nunito"/>
                <a:sym typeface="Nunito"/>
              </a:rPr>
              <a:t>Ideal para</a:t>
            </a:r>
            <a:r>
              <a:rPr lang="es" sz="1100">
                <a:solidFill>
                  <a:schemeClr val="dk1"/>
                </a:solidFill>
                <a:latin typeface="Nunito"/>
                <a:ea typeface="Nunito"/>
                <a:cs typeface="Nunito"/>
                <a:sym typeface="Nunito"/>
              </a:rPr>
              <a:t>: </a:t>
            </a:r>
            <a:r>
              <a:rPr lang="es" sz="1000">
                <a:solidFill>
                  <a:schemeClr val="dk1"/>
                </a:solidFill>
                <a:highlight>
                  <a:srgbClr val="FFFFFF"/>
                </a:highlight>
                <a:latin typeface="Nunito"/>
                <a:ea typeface="Nunito"/>
                <a:cs typeface="Nunito"/>
                <a:sym typeface="Nunito"/>
              </a:rPr>
              <a:t>Las raquetas Wilson Pro Staff encajan a la perfección para jugadores de nivel avanzado que valoran la precisión y la sensación.</a:t>
            </a:r>
            <a:endParaRPr sz="10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0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1200"/>
              </a:spcAft>
              <a:buNone/>
            </a:pPr>
            <a:endParaRPr sz="1100" b="1">
              <a:solidFill>
                <a:schemeClr val="dk1"/>
              </a:solidFill>
              <a:latin typeface="Nunito"/>
              <a:ea typeface="Nunito"/>
              <a:cs typeface="Nunito"/>
              <a:sym typeface="Nunito"/>
            </a:endParaRPr>
          </a:p>
        </p:txBody>
      </p:sp>
      <p:pic>
        <p:nvPicPr>
          <p:cNvPr id="654" name="Google Shape;654;p98"/>
          <p:cNvPicPr preferRelativeResize="0"/>
          <p:nvPr/>
        </p:nvPicPr>
        <p:blipFill>
          <a:blip r:embed="rId3">
            <a:alphaModFix/>
          </a:blip>
          <a:stretch>
            <a:fillRect/>
          </a:stretch>
        </p:blipFill>
        <p:spPr>
          <a:xfrm>
            <a:off x="5795088" y="900725"/>
            <a:ext cx="1247775" cy="3657600"/>
          </a:xfrm>
          <a:prstGeom prst="rect">
            <a:avLst/>
          </a:prstGeom>
          <a:noFill/>
          <a:ln>
            <a:noFill/>
          </a:ln>
        </p:spPr>
      </p:pic>
      <p:pic>
        <p:nvPicPr>
          <p:cNvPr id="655" name="Google Shape;655;p98"/>
          <p:cNvPicPr preferRelativeResize="0"/>
          <p:nvPr/>
        </p:nvPicPr>
        <p:blipFill>
          <a:blip r:embed="rId4">
            <a:alphaModFix/>
          </a:blip>
          <a:stretch>
            <a:fillRect/>
          </a:stretch>
        </p:blipFill>
        <p:spPr>
          <a:xfrm>
            <a:off x="5938550" y="783525"/>
            <a:ext cx="3812400" cy="3812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9"/>
        <p:cNvGrpSpPr/>
        <p:nvPr/>
      </p:nvGrpSpPr>
      <p:grpSpPr>
        <a:xfrm>
          <a:off x="0" y="0"/>
          <a:ext cx="0" cy="0"/>
          <a:chOff x="0" y="0"/>
          <a:chExt cx="0" cy="0"/>
        </a:xfrm>
      </p:grpSpPr>
      <p:sp>
        <p:nvSpPr>
          <p:cNvPr id="660" name="Google Shape;660;p99"/>
          <p:cNvSpPr txBox="1"/>
          <p:nvPr/>
        </p:nvSpPr>
        <p:spPr>
          <a:xfrm>
            <a:off x="426900" y="130525"/>
            <a:ext cx="42213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100" b="1">
                <a:solidFill>
                  <a:schemeClr val="dk2"/>
                </a:solidFill>
              </a:rPr>
              <a:t>SIMILARES</a:t>
            </a:r>
            <a:endParaRPr sz="3100" b="1">
              <a:solidFill>
                <a:schemeClr val="dk2"/>
              </a:solidFill>
            </a:endParaRPr>
          </a:p>
        </p:txBody>
      </p:sp>
      <p:graphicFrame>
        <p:nvGraphicFramePr>
          <p:cNvPr id="661" name="Google Shape;661;p99"/>
          <p:cNvGraphicFramePr/>
          <p:nvPr/>
        </p:nvGraphicFramePr>
        <p:xfrm>
          <a:off x="606650" y="914575"/>
          <a:ext cx="3000000" cy="3000000"/>
        </p:xfrm>
        <a:graphic>
          <a:graphicData uri="http://schemas.openxmlformats.org/drawingml/2006/table">
            <a:tbl>
              <a:tblPr>
                <a:noFill/>
                <a:tableStyleId>{49271FAC-A121-4344-B234-24950B8BD5E7}</a:tableStyleId>
              </a:tblPr>
              <a:tblGrid>
                <a:gridCol w="2579200">
                  <a:extLst>
                    <a:ext uri="{9D8B030D-6E8A-4147-A177-3AD203B41FA5}">
                      <a16:colId xmlns:a16="http://schemas.microsoft.com/office/drawing/2014/main" val="20000"/>
                    </a:ext>
                  </a:extLst>
                </a:gridCol>
                <a:gridCol w="2579200">
                  <a:extLst>
                    <a:ext uri="{9D8B030D-6E8A-4147-A177-3AD203B41FA5}">
                      <a16:colId xmlns:a16="http://schemas.microsoft.com/office/drawing/2014/main" val="20001"/>
                    </a:ext>
                  </a:extLst>
                </a:gridCol>
                <a:gridCol w="2579200">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s" sz="1350">
                          <a:solidFill>
                            <a:schemeClr val="dk1"/>
                          </a:solidFill>
                          <a:highlight>
                            <a:schemeClr val="lt1"/>
                          </a:highlight>
                          <a:latin typeface="Nunito"/>
                          <a:ea typeface="Nunito"/>
                          <a:cs typeface="Nunito"/>
                          <a:sym typeface="Nunito"/>
                        </a:rPr>
                        <a:t>Babolat </a:t>
                      </a:r>
                      <a:endParaRPr>
                        <a:latin typeface="Nunito"/>
                        <a:ea typeface="Nunito"/>
                        <a:cs typeface="Nunito"/>
                        <a:sym typeface="Nunito"/>
                      </a:endParaRPr>
                    </a:p>
                  </a:txBody>
                  <a:tcPr marL="91425" marR="91425" marT="91425" marB="91425"/>
                </a:tc>
                <a:tc>
                  <a:txBody>
                    <a:bodyPr/>
                    <a:lstStyle/>
                    <a:p>
                      <a:pPr marL="0" lvl="0" indent="0" algn="ctr" rtl="0">
                        <a:spcBef>
                          <a:spcPts val="0"/>
                        </a:spcBef>
                        <a:spcAft>
                          <a:spcPts val="0"/>
                        </a:spcAft>
                        <a:buNone/>
                      </a:pPr>
                      <a:r>
                        <a:rPr lang="es" sz="1350">
                          <a:solidFill>
                            <a:schemeClr val="dk1"/>
                          </a:solidFill>
                          <a:highlight>
                            <a:schemeClr val="lt1"/>
                          </a:highlight>
                          <a:latin typeface="Nunito"/>
                          <a:ea typeface="Nunito"/>
                          <a:cs typeface="Nunito"/>
                          <a:sym typeface="Nunito"/>
                        </a:rPr>
                        <a:t>Head</a:t>
                      </a:r>
                      <a:endParaRPr>
                        <a:latin typeface="Nunito"/>
                        <a:ea typeface="Nunito"/>
                        <a:cs typeface="Nunito"/>
                        <a:sym typeface="Nunito"/>
                      </a:endParaRPr>
                    </a:p>
                  </a:txBody>
                  <a:tcPr marL="91425" marR="91425" marT="91425" marB="91425"/>
                </a:tc>
                <a:tc>
                  <a:txBody>
                    <a:bodyPr/>
                    <a:lstStyle/>
                    <a:p>
                      <a:pPr marL="0" lvl="0" indent="0" algn="ctr" rtl="0">
                        <a:lnSpc>
                          <a:spcPct val="115000"/>
                        </a:lnSpc>
                        <a:spcBef>
                          <a:spcPts val="1200"/>
                        </a:spcBef>
                        <a:spcAft>
                          <a:spcPts val="1200"/>
                        </a:spcAft>
                        <a:buNone/>
                      </a:pPr>
                      <a:r>
                        <a:rPr lang="es" sz="1350">
                          <a:solidFill>
                            <a:schemeClr val="dk1"/>
                          </a:solidFill>
                          <a:latin typeface="Nunito"/>
                          <a:ea typeface="Nunito"/>
                          <a:cs typeface="Nunito"/>
                          <a:sym typeface="Nunito"/>
                        </a:rPr>
                        <a:t>Yonex</a:t>
                      </a:r>
                      <a:endParaRPr sz="1350">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r h="3605275">
                <a:tc>
                  <a:txBody>
                    <a:bodyPr/>
                    <a:lstStyle/>
                    <a:p>
                      <a:pPr marL="0" lvl="0" indent="0" algn="l" rtl="0">
                        <a:lnSpc>
                          <a:spcPct val="150000"/>
                        </a:lnSpc>
                        <a:spcBef>
                          <a:spcPts val="1200"/>
                        </a:spcBef>
                        <a:spcAft>
                          <a:spcPts val="0"/>
                        </a:spcAft>
                        <a:buNone/>
                      </a:pPr>
                      <a:r>
                        <a:rPr lang="es" sz="1100" b="1">
                          <a:solidFill>
                            <a:schemeClr val="dk1"/>
                          </a:solidFill>
                          <a:latin typeface="Nunito"/>
                          <a:ea typeface="Nunito"/>
                          <a:cs typeface="Nunito"/>
                          <a:sym typeface="Nunito"/>
                        </a:rPr>
                        <a:t>                Babolat Pure Strike</a:t>
                      </a:r>
                      <a:endParaRPr sz="1100" b="1">
                        <a:solidFill>
                          <a:schemeClr val="dk1"/>
                        </a:solidFill>
                        <a:latin typeface="Nunito"/>
                        <a:ea typeface="Nunito"/>
                        <a:cs typeface="Nunito"/>
                        <a:sym typeface="Nunito"/>
                      </a:endParaRPr>
                    </a:p>
                    <a:p>
                      <a:pPr marL="0" lvl="0" indent="0" algn="l" rtl="0">
                        <a:lnSpc>
                          <a:spcPct val="115000"/>
                        </a:lnSpc>
                        <a:spcBef>
                          <a:spcPts val="1200"/>
                        </a:spcBef>
                        <a:spcAft>
                          <a:spcPts val="0"/>
                        </a:spcAft>
                        <a:buNone/>
                      </a:pPr>
                      <a:r>
                        <a:rPr lang="es" sz="1000">
                          <a:solidFill>
                            <a:schemeClr val="dk1"/>
                          </a:solidFill>
                          <a:latin typeface="Nunito"/>
                          <a:ea typeface="Nunito"/>
                          <a:cs typeface="Nunito"/>
                          <a:sym typeface="Nunito"/>
                        </a:rPr>
                        <a:t>La Babolat Pure Strike se parece a la Wilson Pro Staff en su precisión y control. Estas raquetas están diseñadas para jugadores avanzados que buscan sensibilidad y un gran toque. Ambos modelos cuentan con una estructura más rígida, lo que favorece una respuesta rápida y una gran capacidad para el control sin sacrificar demasiado la potencia.</a:t>
                      </a:r>
                      <a:endParaRPr sz="600">
                        <a:solidFill>
                          <a:schemeClr val="dk1"/>
                        </a:solidFill>
                        <a:latin typeface="Nunito"/>
                        <a:ea typeface="Nunito"/>
                        <a:cs typeface="Nunito"/>
                        <a:sym typeface="Nunito"/>
                      </a:endParaRPr>
                    </a:p>
                    <a:p>
                      <a:pPr marL="0" lvl="0" indent="0" algn="l" rtl="0">
                        <a:spcBef>
                          <a:spcPts val="1200"/>
                        </a:spcBef>
                        <a:spcAft>
                          <a:spcPts val="0"/>
                        </a:spcAft>
                        <a:buNone/>
                      </a:pPr>
                      <a:endParaRPr sz="600">
                        <a:latin typeface="Nunito"/>
                        <a:ea typeface="Nunito"/>
                        <a:cs typeface="Nunito"/>
                        <a:sym typeface="Nunito"/>
                      </a:endParaRPr>
                    </a:p>
                  </a:txBody>
                  <a:tcPr marL="91425" marR="91425" marT="91425" marB="91425"/>
                </a:tc>
                <a:tc>
                  <a:txBody>
                    <a:bodyPr/>
                    <a:lstStyle/>
                    <a:p>
                      <a:pPr marL="0" marR="0" lvl="0" indent="0" algn="l" rtl="0">
                        <a:lnSpc>
                          <a:spcPct val="150000"/>
                        </a:lnSpc>
                        <a:spcBef>
                          <a:spcPts val="1200"/>
                        </a:spcBef>
                        <a:spcAft>
                          <a:spcPts val="0"/>
                        </a:spcAft>
                        <a:buNone/>
                      </a:pPr>
                      <a:r>
                        <a:rPr lang="es" sz="1100" b="1">
                          <a:solidFill>
                            <a:schemeClr val="dk1"/>
                          </a:solidFill>
                          <a:latin typeface="Nunito"/>
                          <a:ea typeface="Nunito"/>
                          <a:cs typeface="Nunito"/>
                          <a:sym typeface="Nunito"/>
                        </a:rPr>
                        <a:t>                 Head Prestige Pro</a:t>
                      </a:r>
                      <a:endParaRPr sz="1100" b="1">
                        <a:solidFill>
                          <a:schemeClr val="dk1"/>
                        </a:solidFill>
                        <a:latin typeface="Nunito"/>
                        <a:ea typeface="Nunito"/>
                        <a:cs typeface="Nunito"/>
                        <a:sym typeface="Nunito"/>
                      </a:endParaRPr>
                    </a:p>
                    <a:p>
                      <a:pPr marL="0" marR="0" lvl="0" indent="0" algn="l" rtl="0">
                        <a:lnSpc>
                          <a:spcPct val="115000"/>
                        </a:lnSpc>
                        <a:spcBef>
                          <a:spcPts val="1200"/>
                        </a:spcBef>
                        <a:spcAft>
                          <a:spcPts val="1200"/>
                        </a:spcAft>
                        <a:buNone/>
                      </a:pPr>
                      <a:r>
                        <a:rPr lang="es" sz="1000">
                          <a:solidFill>
                            <a:schemeClr val="dk1"/>
                          </a:solidFill>
                          <a:latin typeface="Nunito"/>
                          <a:ea typeface="Nunito"/>
                          <a:cs typeface="Nunito"/>
                          <a:sym typeface="Nunito"/>
                        </a:rPr>
                        <a:t>Head Prestige Pro y la Wilson Pro Staff son muy similares en cuanto a su enfoque en el control absoluto. Ambas raquetas están dirigidas a jugadores que buscan gran precisión y estabilidad. La Pro Staff es famosa por su sensibilidad en cada golpe, y la Prestige Pro tiene un diseño más rígido, lo que ofrece un control excepcional, pero también una sensación sólida en el golpe. La Prestige Pro se destaca por su marca de estabilidad, similar a la Pro Staff, que permite a los jugadores realizar golpes con precisión quirúrgica. </a:t>
                      </a:r>
                      <a:endParaRPr sz="1000">
                        <a:solidFill>
                          <a:srgbClr val="282828"/>
                        </a:solidFill>
                      </a:endParaRPr>
                    </a:p>
                  </a:txBody>
                  <a:tcPr marL="91425" marR="91425" marT="91425" marB="91425"/>
                </a:tc>
                <a:tc>
                  <a:txBody>
                    <a:bodyPr/>
                    <a:lstStyle/>
                    <a:p>
                      <a:pPr marL="0" marR="0" lvl="0" indent="0" algn="l" rtl="0">
                        <a:lnSpc>
                          <a:spcPct val="150000"/>
                        </a:lnSpc>
                        <a:spcBef>
                          <a:spcPts val="1200"/>
                        </a:spcBef>
                        <a:spcAft>
                          <a:spcPts val="0"/>
                        </a:spcAft>
                        <a:buNone/>
                      </a:pPr>
                      <a:r>
                        <a:rPr lang="es" sz="1100" b="1">
                          <a:solidFill>
                            <a:schemeClr val="dk1"/>
                          </a:solidFill>
                          <a:latin typeface="Nunito"/>
                          <a:ea typeface="Nunito"/>
                          <a:cs typeface="Nunito"/>
                          <a:sym typeface="Nunito"/>
                        </a:rPr>
                        <a:t>              Yonex VCORE Pro 97</a:t>
                      </a:r>
                      <a:endParaRPr sz="1100" b="1">
                        <a:solidFill>
                          <a:schemeClr val="dk1"/>
                        </a:solidFill>
                        <a:latin typeface="Nunito"/>
                        <a:ea typeface="Nunito"/>
                        <a:cs typeface="Nunito"/>
                        <a:sym typeface="Nunito"/>
                      </a:endParaRPr>
                    </a:p>
                    <a:p>
                      <a:pPr marL="0" marR="0" lvl="0" indent="0" algn="l" rtl="0">
                        <a:lnSpc>
                          <a:spcPct val="115000"/>
                        </a:lnSpc>
                        <a:spcBef>
                          <a:spcPts val="1200"/>
                        </a:spcBef>
                        <a:spcAft>
                          <a:spcPts val="0"/>
                        </a:spcAft>
                        <a:buNone/>
                      </a:pPr>
                      <a:r>
                        <a:rPr lang="es" sz="1000">
                          <a:solidFill>
                            <a:schemeClr val="dk1"/>
                          </a:solidFill>
                          <a:latin typeface="Nunito"/>
                          <a:ea typeface="Nunito"/>
                          <a:cs typeface="Nunito"/>
                          <a:sym typeface="Nunito"/>
                        </a:rPr>
                        <a:t>La Yonex VCORE Pro 97 se asemeja a la Wilson Pro Staff debido a su sensibilidad superior y gran control. La VCORE Pro 97 tiene una flexibilidad mejorada, que proporciona una excelente sensación al golpear la pelota, similar a la Pro Staff, que también es conocida por su sensibilidad al contacto. Las raquetas en cuestión son muy precisas y requieren una técnica más refinada, ideales para jugadores avanzados que desean un control total sobre sus golpes.</a:t>
                      </a:r>
                      <a:endParaRPr sz="1000">
                        <a:solidFill>
                          <a:schemeClr val="dk1"/>
                        </a:solidFill>
                        <a:latin typeface="Nunito"/>
                        <a:ea typeface="Nunito"/>
                        <a:cs typeface="Nunito"/>
                        <a:sym typeface="Nunito"/>
                      </a:endParaRPr>
                    </a:p>
                    <a:p>
                      <a:pPr marL="457200" lvl="0" indent="0" algn="l" rtl="0">
                        <a:lnSpc>
                          <a:spcPct val="150000"/>
                        </a:lnSpc>
                        <a:spcBef>
                          <a:spcPts val="1200"/>
                        </a:spcBef>
                        <a:spcAft>
                          <a:spcPts val="0"/>
                        </a:spcAft>
                        <a:buNone/>
                      </a:pPr>
                      <a:endParaRPr sz="1100">
                        <a:solidFill>
                          <a:schemeClr val="dk1"/>
                        </a:solidFill>
                      </a:endParaRPr>
                    </a:p>
                    <a:p>
                      <a:pPr marL="0" lvl="0" indent="0" algn="ctr" rtl="0">
                        <a:lnSpc>
                          <a:spcPct val="115000"/>
                        </a:lnSpc>
                        <a:spcBef>
                          <a:spcPts val="1200"/>
                        </a:spcBef>
                        <a:spcAft>
                          <a:spcPts val="1200"/>
                        </a:spcAft>
                        <a:buNone/>
                      </a:pPr>
                      <a:endParaRPr sz="700" b="1">
                        <a:solidFill>
                          <a:schemeClr val="dk1"/>
                        </a:solidFill>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100"/>
          <p:cNvSpPr txBox="1">
            <a:spLocks noGrp="1"/>
          </p:cNvSpPr>
          <p:nvPr>
            <p:ph type="body" idx="1"/>
          </p:nvPr>
        </p:nvSpPr>
        <p:spPr>
          <a:xfrm>
            <a:off x="843803" y="2385905"/>
            <a:ext cx="7456500" cy="1113300"/>
          </a:xfrm>
          <a:prstGeom prst="rect">
            <a:avLst/>
          </a:prstGeom>
        </p:spPr>
        <p:txBody>
          <a:bodyPr spcFirstLastPara="1" wrap="square" lIns="0" tIns="0" rIns="0" bIns="0" anchor="ctr" anchorCtr="0">
            <a:spAutoFit/>
          </a:bodyPr>
          <a:lstStyle/>
          <a:p>
            <a:pPr marL="0" lvl="0" indent="0" algn="ctr" rtl="0">
              <a:spcBef>
                <a:spcPts val="500"/>
              </a:spcBef>
              <a:spcAft>
                <a:spcPts val="0"/>
              </a:spcAft>
              <a:buNone/>
            </a:pPr>
            <a:r>
              <a:rPr lang="es" sz="3050">
                <a:solidFill>
                  <a:srgbClr val="D60038"/>
                </a:solidFill>
                <a:latin typeface="Roboto Serif"/>
                <a:ea typeface="Roboto Serif"/>
                <a:cs typeface="Roboto Serif"/>
                <a:sym typeface="Roboto Serif"/>
              </a:rPr>
              <a:t>CUERDAS</a:t>
            </a:r>
            <a:endParaRPr sz="3050">
              <a:solidFill>
                <a:srgbClr val="D60038"/>
              </a:solidFill>
              <a:latin typeface="Roboto Serif"/>
              <a:ea typeface="Roboto Serif"/>
              <a:cs typeface="Roboto Serif"/>
              <a:sym typeface="Roboto Serif"/>
            </a:endParaRPr>
          </a:p>
          <a:p>
            <a:pPr marL="0" lvl="0" indent="0" algn="ctr" rtl="0">
              <a:spcBef>
                <a:spcPts val="500"/>
              </a:spcBef>
              <a:spcAft>
                <a:spcPts val="0"/>
              </a:spcAft>
              <a:buNone/>
            </a:pPr>
            <a:endParaRPr sz="1950">
              <a:solidFill>
                <a:srgbClr val="D60038"/>
              </a:solidFill>
              <a:latin typeface="Roboto Serif"/>
              <a:ea typeface="Roboto Serif"/>
              <a:cs typeface="Roboto Serif"/>
              <a:sym typeface="Roboto Serif"/>
            </a:endParaRPr>
          </a:p>
          <a:p>
            <a:pPr marL="0" lvl="0" indent="0" algn="ctr" rtl="0">
              <a:spcBef>
                <a:spcPts val="500"/>
              </a:spcBef>
              <a:spcAft>
                <a:spcPts val="0"/>
              </a:spcAft>
              <a:buNone/>
            </a:pPr>
            <a:endParaRPr>
              <a:solidFill>
                <a:srgbClr val="D60038"/>
              </a:solidFill>
              <a:latin typeface="Roboto Serif"/>
              <a:ea typeface="Roboto Serif"/>
              <a:cs typeface="Roboto Serif"/>
              <a:sym typeface="Roboto Serif"/>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101"/>
          <p:cNvSpPr txBox="1">
            <a:spLocks noGrp="1"/>
          </p:cNvSpPr>
          <p:nvPr>
            <p:ph type="title"/>
          </p:nvPr>
        </p:nvSpPr>
        <p:spPr>
          <a:xfrm>
            <a:off x="3606000" y="445075"/>
            <a:ext cx="1932000" cy="381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 sz="3100">
                <a:latin typeface="Trebuchet MS"/>
                <a:ea typeface="Trebuchet MS"/>
                <a:cs typeface="Trebuchet MS"/>
                <a:sym typeface="Trebuchet MS"/>
              </a:rPr>
              <a:t>REVOLVE </a:t>
            </a:r>
            <a:endParaRPr sz="3100">
              <a:latin typeface="Trebuchet MS"/>
              <a:ea typeface="Trebuchet MS"/>
              <a:cs typeface="Trebuchet MS"/>
              <a:sym typeface="Trebuchet MS"/>
            </a:endParaRPr>
          </a:p>
        </p:txBody>
      </p:sp>
      <p:sp>
        <p:nvSpPr>
          <p:cNvPr id="672" name="Google Shape;672;p101"/>
          <p:cNvSpPr txBox="1"/>
          <p:nvPr/>
        </p:nvSpPr>
        <p:spPr>
          <a:xfrm>
            <a:off x="2763300" y="1206200"/>
            <a:ext cx="3617400" cy="11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500">
                <a:solidFill>
                  <a:schemeClr val="dk1"/>
                </a:solidFill>
                <a:latin typeface="Nunito"/>
                <a:ea typeface="Nunito"/>
                <a:cs typeface="Nunito"/>
                <a:sym typeface="Nunito"/>
              </a:rPr>
              <a:t>La serie Revolve de Wilson es una gama de cordajes monofilamento orientada a jugadores que buscan más </a:t>
            </a:r>
            <a:r>
              <a:rPr lang="es" sz="1500" b="1">
                <a:solidFill>
                  <a:schemeClr val="dk1"/>
                </a:solidFill>
                <a:latin typeface="Nunito"/>
                <a:ea typeface="Nunito"/>
                <a:cs typeface="Nunito"/>
                <a:sym typeface="Nunito"/>
              </a:rPr>
              <a:t>control y potencia</a:t>
            </a:r>
            <a:r>
              <a:rPr lang="es" sz="1500">
                <a:solidFill>
                  <a:schemeClr val="dk1"/>
                </a:solidFill>
                <a:latin typeface="Nunito"/>
                <a:ea typeface="Nunito"/>
                <a:cs typeface="Nunito"/>
                <a:sym typeface="Nunito"/>
              </a:rPr>
              <a:t>. Los cordajes de esta serie son conocidos por ofrecer una excelente estabilidad y rendimiento durante los golpes, además de una gran </a:t>
            </a:r>
            <a:r>
              <a:rPr lang="es" sz="1500" b="1">
                <a:solidFill>
                  <a:schemeClr val="dk1"/>
                </a:solidFill>
                <a:latin typeface="Nunito"/>
                <a:ea typeface="Nunito"/>
                <a:cs typeface="Nunito"/>
                <a:sym typeface="Nunito"/>
              </a:rPr>
              <a:t>durabilidad</a:t>
            </a:r>
            <a:r>
              <a:rPr lang="es" sz="1500">
                <a:solidFill>
                  <a:schemeClr val="dk1"/>
                </a:solidFill>
                <a:latin typeface="Nunito"/>
                <a:ea typeface="Nunito"/>
                <a:cs typeface="Nunito"/>
                <a:sym typeface="Nunito"/>
              </a:rPr>
              <a:t>.</a:t>
            </a:r>
            <a:endParaRPr sz="1800">
              <a:solidFill>
                <a:schemeClr val="dk2"/>
              </a:solidFill>
              <a:latin typeface="Nunito"/>
              <a:ea typeface="Nunito"/>
              <a:cs typeface="Nunito"/>
              <a:sym typeface="Nunito"/>
            </a:endParaRPr>
          </a:p>
        </p:txBody>
      </p:sp>
      <p:pic>
        <p:nvPicPr>
          <p:cNvPr id="673" name="Google Shape;673;p101"/>
          <p:cNvPicPr preferRelativeResize="0"/>
          <p:nvPr/>
        </p:nvPicPr>
        <p:blipFill rotWithShape="1">
          <a:blip r:embed="rId3">
            <a:alphaModFix/>
          </a:blip>
          <a:srcRect l="-12970" t="3030" r="12970" b="-3030"/>
          <a:stretch/>
        </p:blipFill>
        <p:spPr>
          <a:xfrm>
            <a:off x="5993550" y="543800"/>
            <a:ext cx="2537075" cy="2537075"/>
          </a:xfrm>
          <a:prstGeom prst="rect">
            <a:avLst/>
          </a:prstGeom>
          <a:noFill/>
          <a:ln>
            <a:noFill/>
          </a:ln>
        </p:spPr>
      </p:pic>
      <p:pic>
        <p:nvPicPr>
          <p:cNvPr id="674" name="Google Shape;674;p101"/>
          <p:cNvPicPr preferRelativeResize="0"/>
          <p:nvPr/>
        </p:nvPicPr>
        <p:blipFill>
          <a:blip r:embed="rId4">
            <a:alphaModFix/>
          </a:blip>
          <a:stretch>
            <a:fillRect/>
          </a:stretch>
        </p:blipFill>
        <p:spPr>
          <a:xfrm>
            <a:off x="152400" y="2318888"/>
            <a:ext cx="2672214" cy="267221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102"/>
          <p:cNvSpPr txBox="1"/>
          <p:nvPr/>
        </p:nvSpPr>
        <p:spPr>
          <a:xfrm>
            <a:off x="3434700" y="272825"/>
            <a:ext cx="3396300" cy="1139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3100" b="1">
                <a:latin typeface="Trebuchet MS"/>
                <a:ea typeface="Trebuchet MS"/>
                <a:cs typeface="Trebuchet MS"/>
                <a:sym typeface="Trebuchet MS"/>
              </a:rPr>
              <a:t>SENSATION</a:t>
            </a:r>
            <a:endParaRPr sz="3100" b="1">
              <a:latin typeface="Trebuchet MS"/>
              <a:ea typeface="Trebuchet MS"/>
              <a:cs typeface="Trebuchet MS"/>
              <a:sym typeface="Trebuchet MS"/>
            </a:endParaRPr>
          </a:p>
          <a:p>
            <a:pPr marL="0" lvl="0" indent="0" algn="l" rtl="0">
              <a:spcBef>
                <a:spcPts val="0"/>
              </a:spcBef>
              <a:spcAft>
                <a:spcPts val="0"/>
              </a:spcAft>
              <a:buNone/>
            </a:pPr>
            <a:endParaRPr sz="3100" b="1">
              <a:latin typeface="Trebuchet MS"/>
              <a:ea typeface="Trebuchet MS"/>
              <a:cs typeface="Trebuchet MS"/>
              <a:sym typeface="Trebuchet MS"/>
            </a:endParaRPr>
          </a:p>
        </p:txBody>
      </p:sp>
      <p:sp>
        <p:nvSpPr>
          <p:cNvPr id="680" name="Google Shape;680;p102"/>
          <p:cNvSpPr txBox="1"/>
          <p:nvPr/>
        </p:nvSpPr>
        <p:spPr>
          <a:xfrm>
            <a:off x="2785675" y="1099650"/>
            <a:ext cx="3877800" cy="2836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s" sz="1500">
                <a:solidFill>
                  <a:schemeClr val="dk1"/>
                </a:solidFill>
                <a:latin typeface="Nunito"/>
                <a:ea typeface="Nunito"/>
                <a:cs typeface="Nunito"/>
                <a:sym typeface="Nunito"/>
              </a:rPr>
              <a:t>La serie Sensation está compuesta de multifilamento que ofrece </a:t>
            </a:r>
            <a:r>
              <a:rPr lang="es" sz="1500" b="1">
                <a:solidFill>
                  <a:schemeClr val="dk1"/>
                </a:solidFill>
                <a:latin typeface="Nunito"/>
                <a:ea typeface="Nunito"/>
                <a:cs typeface="Nunito"/>
                <a:sym typeface="Nunito"/>
              </a:rPr>
              <a:t>confort y sensibilidad</a:t>
            </a:r>
            <a:r>
              <a:rPr lang="es" sz="1500">
                <a:solidFill>
                  <a:schemeClr val="dk1"/>
                </a:solidFill>
                <a:latin typeface="Nunito"/>
                <a:ea typeface="Nunito"/>
                <a:cs typeface="Nunito"/>
                <a:sym typeface="Nunito"/>
              </a:rPr>
              <a:t>. Diseñado para ofrecer un buen equilibrio entre </a:t>
            </a:r>
            <a:r>
              <a:rPr lang="es" sz="1500" b="1">
                <a:solidFill>
                  <a:schemeClr val="dk1"/>
                </a:solidFill>
                <a:latin typeface="Nunito"/>
                <a:ea typeface="Nunito"/>
                <a:cs typeface="Nunito"/>
                <a:sym typeface="Nunito"/>
              </a:rPr>
              <a:t>potencia, control y comodidad</a:t>
            </a:r>
            <a:r>
              <a:rPr lang="es" sz="1500">
                <a:solidFill>
                  <a:schemeClr val="dk1"/>
                </a:solidFill>
                <a:latin typeface="Nunito"/>
                <a:ea typeface="Nunito"/>
                <a:cs typeface="Nunito"/>
                <a:sym typeface="Nunito"/>
              </a:rPr>
              <a:t>, estas cuerdas son una opción muy popular entre jugadores de nivel intermedio a avanzado. Proporciona una suavidad y absorción de impactos muy destacada. Además, su construcción de multifilamento ayuda a ofrecer más potencia y comodidad.</a:t>
            </a:r>
            <a:endParaRPr sz="1500">
              <a:solidFill>
                <a:schemeClr val="dk1"/>
              </a:solidFill>
              <a:latin typeface="Nunito"/>
              <a:ea typeface="Nunito"/>
              <a:cs typeface="Nunito"/>
              <a:sym typeface="Nunito"/>
            </a:endParaRPr>
          </a:p>
          <a:p>
            <a:pPr marL="0" lvl="0" indent="0" algn="l" rtl="0">
              <a:spcBef>
                <a:spcPts val="1200"/>
              </a:spcBef>
              <a:spcAft>
                <a:spcPts val="0"/>
              </a:spcAft>
              <a:buNone/>
            </a:pPr>
            <a:endParaRPr sz="1800" b="1">
              <a:solidFill>
                <a:schemeClr val="dk2"/>
              </a:solidFill>
              <a:latin typeface="Nunito"/>
              <a:ea typeface="Nunito"/>
              <a:cs typeface="Nunito"/>
              <a:sym typeface="Nunito"/>
            </a:endParaRPr>
          </a:p>
        </p:txBody>
      </p:sp>
      <p:pic>
        <p:nvPicPr>
          <p:cNvPr id="681" name="Google Shape;681;p102"/>
          <p:cNvPicPr preferRelativeResize="0"/>
          <p:nvPr/>
        </p:nvPicPr>
        <p:blipFill>
          <a:blip r:embed="rId3">
            <a:alphaModFix/>
          </a:blip>
          <a:stretch>
            <a:fillRect/>
          </a:stretch>
        </p:blipFill>
        <p:spPr>
          <a:xfrm>
            <a:off x="457625" y="206275"/>
            <a:ext cx="2091699" cy="2091699"/>
          </a:xfrm>
          <a:prstGeom prst="rect">
            <a:avLst/>
          </a:prstGeom>
          <a:noFill/>
          <a:ln>
            <a:noFill/>
          </a:ln>
        </p:spPr>
      </p:pic>
      <p:pic>
        <p:nvPicPr>
          <p:cNvPr id="682" name="Google Shape;682;p102"/>
          <p:cNvPicPr preferRelativeResize="0"/>
          <p:nvPr/>
        </p:nvPicPr>
        <p:blipFill>
          <a:blip r:embed="rId4">
            <a:alphaModFix/>
          </a:blip>
          <a:stretch>
            <a:fillRect/>
          </a:stretch>
        </p:blipFill>
        <p:spPr>
          <a:xfrm>
            <a:off x="6663475" y="2360600"/>
            <a:ext cx="2127626" cy="21276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103"/>
          <p:cNvSpPr txBox="1">
            <a:spLocks noGrp="1"/>
          </p:cNvSpPr>
          <p:nvPr>
            <p:ph type="body" idx="1"/>
          </p:nvPr>
        </p:nvSpPr>
        <p:spPr>
          <a:xfrm>
            <a:off x="849128" y="2368587"/>
            <a:ext cx="7456500" cy="1113300"/>
          </a:xfrm>
          <a:prstGeom prst="rect">
            <a:avLst/>
          </a:prstGeom>
        </p:spPr>
        <p:txBody>
          <a:bodyPr spcFirstLastPara="1" wrap="square" lIns="0" tIns="0" rIns="0" bIns="0" anchor="ctr" anchorCtr="0">
            <a:spAutoFit/>
          </a:bodyPr>
          <a:lstStyle/>
          <a:p>
            <a:pPr marL="0" lvl="0" indent="0" algn="ctr" rtl="0">
              <a:spcBef>
                <a:spcPts val="500"/>
              </a:spcBef>
              <a:spcAft>
                <a:spcPts val="0"/>
              </a:spcAft>
              <a:buNone/>
            </a:pPr>
            <a:r>
              <a:rPr lang="es" sz="3050">
                <a:solidFill>
                  <a:srgbClr val="D60038"/>
                </a:solidFill>
                <a:latin typeface="Roboto Serif"/>
                <a:ea typeface="Roboto Serif"/>
                <a:cs typeface="Roboto Serif"/>
                <a:sym typeface="Roboto Serif"/>
              </a:rPr>
              <a:t>TENNIS BALLS</a:t>
            </a:r>
            <a:endParaRPr sz="3050">
              <a:solidFill>
                <a:srgbClr val="D60038"/>
              </a:solidFill>
              <a:latin typeface="Roboto Serif"/>
              <a:ea typeface="Roboto Serif"/>
              <a:cs typeface="Roboto Serif"/>
              <a:sym typeface="Roboto Serif"/>
            </a:endParaRPr>
          </a:p>
          <a:p>
            <a:pPr marL="0" lvl="0" indent="0" algn="ctr" rtl="0">
              <a:spcBef>
                <a:spcPts val="500"/>
              </a:spcBef>
              <a:spcAft>
                <a:spcPts val="0"/>
              </a:spcAft>
              <a:buNone/>
            </a:pPr>
            <a:endParaRPr sz="1950">
              <a:solidFill>
                <a:srgbClr val="D60038"/>
              </a:solidFill>
              <a:latin typeface="Roboto Serif"/>
              <a:ea typeface="Roboto Serif"/>
              <a:cs typeface="Roboto Serif"/>
              <a:sym typeface="Roboto Serif"/>
            </a:endParaRPr>
          </a:p>
          <a:p>
            <a:pPr marL="0" lvl="0" indent="0" algn="ctr" rtl="0">
              <a:spcBef>
                <a:spcPts val="500"/>
              </a:spcBef>
              <a:spcAft>
                <a:spcPts val="0"/>
              </a:spcAft>
              <a:buNone/>
            </a:pPr>
            <a:endParaRPr>
              <a:solidFill>
                <a:srgbClr val="D60038"/>
              </a:solidFill>
              <a:latin typeface="Roboto Serif"/>
              <a:ea typeface="Roboto Serif"/>
              <a:cs typeface="Roboto Serif"/>
              <a:sym typeface="Roboto Serif"/>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1"/>
        <p:cNvGrpSpPr/>
        <p:nvPr/>
      </p:nvGrpSpPr>
      <p:grpSpPr>
        <a:xfrm>
          <a:off x="0" y="0"/>
          <a:ext cx="0" cy="0"/>
          <a:chOff x="0" y="0"/>
          <a:chExt cx="0" cy="0"/>
        </a:xfrm>
      </p:grpSpPr>
      <p:sp>
        <p:nvSpPr>
          <p:cNvPr id="692" name="Google Shape;692;p104"/>
          <p:cNvSpPr txBox="1"/>
          <p:nvPr/>
        </p:nvSpPr>
        <p:spPr>
          <a:xfrm>
            <a:off x="2093086" y="293839"/>
            <a:ext cx="6801900" cy="36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500" b="1">
                <a:solidFill>
                  <a:schemeClr val="dk2"/>
                </a:solidFill>
                <a:latin typeface="Trebuchet MS"/>
                <a:ea typeface="Trebuchet MS"/>
                <a:cs typeface="Trebuchet MS"/>
                <a:sym typeface="Trebuchet MS"/>
              </a:rPr>
              <a:t>¿QUÉ ASPECTOS DEBEMOS DE TENER EN CUENTA?</a:t>
            </a:r>
            <a:endParaRPr sz="1500" b="1">
              <a:solidFill>
                <a:schemeClr val="dk2"/>
              </a:solidFill>
              <a:latin typeface="Trebuchet MS"/>
              <a:ea typeface="Trebuchet MS"/>
              <a:cs typeface="Trebuchet MS"/>
              <a:sym typeface="Trebuchet MS"/>
            </a:endParaRPr>
          </a:p>
        </p:txBody>
      </p:sp>
      <p:graphicFrame>
        <p:nvGraphicFramePr>
          <p:cNvPr id="693" name="Google Shape;693;p104"/>
          <p:cNvGraphicFramePr/>
          <p:nvPr/>
        </p:nvGraphicFramePr>
        <p:xfrm>
          <a:off x="856377" y="749625"/>
          <a:ext cx="3000000" cy="3000000"/>
        </p:xfrm>
        <a:graphic>
          <a:graphicData uri="http://schemas.openxmlformats.org/drawingml/2006/table">
            <a:tbl>
              <a:tblPr>
                <a:noFill/>
                <a:tableStyleId>{49271FAC-A121-4344-B234-24950B8BD5E7}</a:tableStyleId>
              </a:tblPr>
              <a:tblGrid>
                <a:gridCol w="1910700">
                  <a:extLst>
                    <a:ext uri="{9D8B030D-6E8A-4147-A177-3AD203B41FA5}">
                      <a16:colId xmlns:a16="http://schemas.microsoft.com/office/drawing/2014/main" val="20000"/>
                    </a:ext>
                  </a:extLst>
                </a:gridCol>
                <a:gridCol w="1730350">
                  <a:extLst>
                    <a:ext uri="{9D8B030D-6E8A-4147-A177-3AD203B41FA5}">
                      <a16:colId xmlns:a16="http://schemas.microsoft.com/office/drawing/2014/main" val="20001"/>
                    </a:ext>
                  </a:extLst>
                </a:gridCol>
                <a:gridCol w="1615525">
                  <a:extLst>
                    <a:ext uri="{9D8B030D-6E8A-4147-A177-3AD203B41FA5}">
                      <a16:colId xmlns:a16="http://schemas.microsoft.com/office/drawing/2014/main" val="20002"/>
                    </a:ext>
                  </a:extLst>
                </a:gridCol>
                <a:gridCol w="1959125">
                  <a:extLst>
                    <a:ext uri="{9D8B030D-6E8A-4147-A177-3AD203B41FA5}">
                      <a16:colId xmlns:a16="http://schemas.microsoft.com/office/drawing/2014/main" val="20003"/>
                    </a:ext>
                  </a:extLst>
                </a:gridCol>
              </a:tblGrid>
              <a:tr h="381000">
                <a:tc>
                  <a:txBody>
                    <a:bodyPr/>
                    <a:lstStyle/>
                    <a:p>
                      <a:pPr marL="0" lvl="0" indent="0" algn="ctr" rtl="0">
                        <a:lnSpc>
                          <a:spcPct val="100000"/>
                        </a:lnSpc>
                        <a:spcBef>
                          <a:spcPts val="0"/>
                        </a:spcBef>
                        <a:spcAft>
                          <a:spcPts val="0"/>
                        </a:spcAft>
                        <a:buNone/>
                      </a:pPr>
                      <a:r>
                        <a:rPr lang="es" sz="1300" b="1">
                          <a:latin typeface="Nunito"/>
                          <a:ea typeface="Nunito"/>
                          <a:cs typeface="Nunito"/>
                          <a:sym typeface="Nunito"/>
                        </a:rPr>
                        <a:t>NIVEL DE JUEGO</a:t>
                      </a:r>
                      <a:endParaRPr sz="1300" b="1">
                        <a:latin typeface="Nunito"/>
                        <a:ea typeface="Nunito"/>
                        <a:cs typeface="Nunito"/>
                        <a:sym typeface="Nunito"/>
                      </a:endParaRPr>
                    </a:p>
                  </a:txBody>
                  <a:tcPr marL="91425" marR="91425" marT="91425" marB="91425" anchor="ctr">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lnB w="7150"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s" sz="1300" b="1">
                          <a:solidFill>
                            <a:schemeClr val="dk1"/>
                          </a:solidFill>
                          <a:latin typeface="Nunito"/>
                          <a:ea typeface="Nunito"/>
                          <a:cs typeface="Nunito"/>
                          <a:sym typeface="Nunito"/>
                        </a:rPr>
                        <a:t>PRESIÓN INTERNA</a:t>
                      </a:r>
                      <a:endParaRPr sz="1600"/>
                    </a:p>
                  </a:txBody>
                  <a:tcPr marL="91425" marR="91425" marT="91425" marB="91425" anchor="ctr">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lnB w="7150" cap="flat" cmpd="sng">
                      <a:solidFill>
                        <a:srgbClr val="000000"/>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s" sz="1300" b="1">
                          <a:latin typeface="Nunito"/>
                          <a:ea typeface="Nunito"/>
                          <a:cs typeface="Nunito"/>
                          <a:sym typeface="Nunito"/>
                        </a:rPr>
                        <a:t>NÚCLEO DE GOMA</a:t>
                      </a:r>
                      <a:endParaRPr sz="1300" b="1">
                        <a:latin typeface="Nunito"/>
                        <a:ea typeface="Nunito"/>
                        <a:cs typeface="Nunito"/>
                        <a:sym typeface="Nunito"/>
                      </a:endParaRPr>
                    </a:p>
                  </a:txBody>
                  <a:tcPr marL="91425" marR="91425" marT="91425" marB="91425" anchor="ctr">
                    <a:lnL w="7150"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lnSpc>
                          <a:spcPct val="100000"/>
                        </a:lnSpc>
                        <a:spcBef>
                          <a:spcPts val="0"/>
                        </a:spcBef>
                        <a:spcAft>
                          <a:spcPts val="0"/>
                        </a:spcAft>
                        <a:buNone/>
                      </a:pPr>
                      <a:r>
                        <a:rPr lang="es" sz="1300" b="1">
                          <a:latin typeface="Nunito"/>
                          <a:ea typeface="Nunito"/>
                          <a:cs typeface="Nunito"/>
                          <a:sym typeface="Nunito"/>
                        </a:rPr>
                        <a:t>FIELTRO</a:t>
                      </a:r>
                      <a:endParaRPr sz="1300" b="1">
                        <a:latin typeface="Nunito"/>
                        <a:ea typeface="Nunito"/>
                        <a:cs typeface="Nunito"/>
                        <a:sym typeface="Nunito"/>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7150" cap="flat" cmpd="sng">
                      <a:solidFill>
                        <a:srgbClr val="000000"/>
                      </a:solidFill>
                      <a:prstDash val="solid"/>
                      <a:round/>
                      <a:headEnd type="none" w="sm" len="sm"/>
                      <a:tailEnd type="none" w="sm" len="sm"/>
                    </a:lnT>
                    <a:lnB w="71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None/>
                      </a:pPr>
                      <a:r>
                        <a:rPr lang="es" sz="900">
                          <a:latin typeface="Nunito"/>
                          <a:ea typeface="Nunito"/>
                          <a:cs typeface="Nunito"/>
                          <a:sym typeface="Nunito"/>
                        </a:rPr>
                        <a:t>El nivel de experiencia del jugador es determinante para elegir el tipo de pelota más adecuado.</a:t>
                      </a:r>
                      <a:endParaRPr sz="900">
                        <a:latin typeface="Nunito"/>
                        <a:ea typeface="Nunito"/>
                        <a:cs typeface="Nunito"/>
                        <a:sym typeface="Nunito"/>
                      </a:endParaRPr>
                    </a:p>
                    <a:p>
                      <a:pPr marL="0" marR="0" lvl="0" indent="0" algn="l" rtl="0">
                        <a:lnSpc>
                          <a:spcPct val="100000"/>
                        </a:lnSpc>
                        <a:spcBef>
                          <a:spcPts val="0"/>
                        </a:spcBef>
                        <a:spcAft>
                          <a:spcPts val="0"/>
                        </a:spcAft>
                        <a:buNone/>
                      </a:pPr>
                      <a:endParaRPr sz="900">
                        <a:latin typeface="Nunito"/>
                        <a:ea typeface="Nunito"/>
                        <a:cs typeface="Nunito"/>
                        <a:sym typeface="Nunito"/>
                      </a:endParaRPr>
                    </a:p>
                    <a:p>
                      <a:pPr marL="0" marR="0" lvl="0" indent="0" algn="l" rtl="0">
                        <a:lnSpc>
                          <a:spcPct val="100000"/>
                        </a:lnSpc>
                        <a:spcBef>
                          <a:spcPts val="0"/>
                        </a:spcBef>
                        <a:spcAft>
                          <a:spcPts val="0"/>
                        </a:spcAft>
                        <a:buNone/>
                      </a:pPr>
                      <a:r>
                        <a:rPr lang="es" sz="900" b="1">
                          <a:latin typeface="Nunito"/>
                          <a:ea typeface="Nunito"/>
                          <a:cs typeface="Nunito"/>
                          <a:sym typeface="Nunito"/>
                        </a:rPr>
                        <a:t>Principiantes</a:t>
                      </a:r>
                      <a:r>
                        <a:rPr lang="es" sz="900">
                          <a:latin typeface="Nunito"/>
                          <a:ea typeface="Nunito"/>
                          <a:cs typeface="Nunito"/>
                          <a:sym typeface="Nunito"/>
                        </a:rPr>
                        <a:t>: Las pelotas de rebote más lento son preferibles, ya que facilitan el control y la comodidad al golpear. </a:t>
                      </a:r>
                      <a:endParaRPr sz="900">
                        <a:latin typeface="Nunito"/>
                        <a:ea typeface="Nunito"/>
                        <a:cs typeface="Nunito"/>
                        <a:sym typeface="Nunito"/>
                      </a:endParaRPr>
                    </a:p>
                    <a:p>
                      <a:pPr marL="0" marR="0" lvl="0" indent="0" algn="l" rtl="0">
                        <a:lnSpc>
                          <a:spcPct val="100000"/>
                        </a:lnSpc>
                        <a:spcBef>
                          <a:spcPts val="0"/>
                        </a:spcBef>
                        <a:spcAft>
                          <a:spcPts val="0"/>
                        </a:spcAft>
                        <a:buNone/>
                      </a:pPr>
                      <a:endParaRPr sz="900">
                        <a:latin typeface="Nunito"/>
                        <a:ea typeface="Nunito"/>
                        <a:cs typeface="Nunito"/>
                        <a:sym typeface="Nunito"/>
                      </a:endParaRPr>
                    </a:p>
                    <a:p>
                      <a:pPr marL="0" marR="0" lvl="0" indent="0" algn="l" rtl="0">
                        <a:lnSpc>
                          <a:spcPct val="100000"/>
                        </a:lnSpc>
                        <a:spcBef>
                          <a:spcPts val="0"/>
                        </a:spcBef>
                        <a:spcAft>
                          <a:spcPts val="0"/>
                        </a:spcAft>
                        <a:buNone/>
                      </a:pPr>
                      <a:r>
                        <a:rPr lang="es" sz="900" b="1">
                          <a:latin typeface="Nunito"/>
                          <a:ea typeface="Nunito"/>
                          <a:cs typeface="Nunito"/>
                          <a:sym typeface="Nunito"/>
                        </a:rPr>
                        <a:t>Avanzados</a:t>
                      </a:r>
                      <a:r>
                        <a:rPr lang="es" sz="900">
                          <a:latin typeface="Nunito"/>
                          <a:ea typeface="Nunito"/>
                          <a:cs typeface="Nunito"/>
                          <a:sym typeface="Nunito"/>
                        </a:rPr>
                        <a:t>: Requieren pelotas con un rebote consistente y de mayor velocidad para mantener un juego dinámico y fluido.</a:t>
                      </a:r>
                      <a:endParaRPr sz="900">
                        <a:latin typeface="Nunito"/>
                        <a:ea typeface="Nunito"/>
                        <a:cs typeface="Nunito"/>
                        <a:sym typeface="Nunito"/>
                      </a:endParaRPr>
                    </a:p>
                  </a:txBody>
                  <a:tcPr marL="91425" marR="91425" marT="91425" marB="91425">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lnB w="7150" cap="flat" cmpd="sng">
                      <a:solidFill>
                        <a:srgbClr val="000000"/>
                      </a:solidFill>
                      <a:prstDash val="solid"/>
                      <a:round/>
                      <a:headEnd type="none" w="sm" len="sm"/>
                      <a:tailEnd type="none" w="sm" len="sm"/>
                    </a:lnB>
                  </a:tcPr>
                </a:tc>
                <a:tc>
                  <a:txBody>
                    <a:bodyPr/>
                    <a:lstStyle/>
                    <a:p>
                      <a:pPr marL="0" lvl="0" indent="0" algn="l" rtl="0">
                        <a:lnSpc>
                          <a:spcPct val="100000"/>
                        </a:lnSpc>
                        <a:spcBef>
                          <a:spcPts val="0"/>
                        </a:spcBef>
                        <a:spcAft>
                          <a:spcPts val="0"/>
                        </a:spcAft>
                        <a:buClr>
                          <a:schemeClr val="dk1"/>
                        </a:buClr>
                        <a:buSzPts val="800"/>
                        <a:buFont typeface="Arial"/>
                        <a:buNone/>
                      </a:pPr>
                      <a:r>
                        <a:rPr lang="es" sz="900">
                          <a:solidFill>
                            <a:schemeClr val="dk1"/>
                          </a:solidFill>
                          <a:latin typeface="Nunito"/>
                          <a:ea typeface="Nunito"/>
                          <a:cs typeface="Nunito"/>
                          <a:sym typeface="Nunito"/>
                        </a:rPr>
                        <a:t>La presión interna de  define la velocidad y la dinámica del juego.</a:t>
                      </a:r>
                      <a:endParaRPr sz="900">
                        <a:solidFill>
                          <a:schemeClr val="dk1"/>
                        </a:solidFill>
                        <a:latin typeface="Nunito"/>
                        <a:ea typeface="Nunito"/>
                        <a:cs typeface="Nunito"/>
                        <a:sym typeface="Nunito"/>
                      </a:endParaRPr>
                    </a:p>
                    <a:p>
                      <a:pPr marL="0" lvl="0" indent="0" algn="l" rtl="0">
                        <a:lnSpc>
                          <a:spcPct val="100000"/>
                        </a:lnSpc>
                        <a:spcBef>
                          <a:spcPts val="0"/>
                        </a:spcBef>
                        <a:spcAft>
                          <a:spcPts val="0"/>
                        </a:spcAft>
                        <a:buClr>
                          <a:schemeClr val="dk1"/>
                        </a:buClr>
                        <a:buSzPts val="800"/>
                        <a:buFont typeface="Arial"/>
                        <a:buNone/>
                      </a:pPr>
                      <a:r>
                        <a:rPr lang="es" sz="900">
                          <a:solidFill>
                            <a:schemeClr val="dk1"/>
                          </a:solidFill>
                          <a:latin typeface="Nunito"/>
                          <a:ea typeface="Nunito"/>
                          <a:cs typeface="Nunito"/>
                          <a:sym typeface="Nunito"/>
                        </a:rPr>
                        <a:t> </a:t>
                      </a:r>
                      <a:endParaRPr sz="900">
                        <a:solidFill>
                          <a:schemeClr val="dk1"/>
                        </a:solidFill>
                        <a:latin typeface="Nunito"/>
                        <a:ea typeface="Nunito"/>
                        <a:cs typeface="Nunito"/>
                        <a:sym typeface="Nunito"/>
                      </a:endParaRPr>
                    </a:p>
                    <a:p>
                      <a:pPr marL="0" lvl="0" indent="0" algn="l" rtl="0">
                        <a:lnSpc>
                          <a:spcPct val="100000"/>
                        </a:lnSpc>
                        <a:spcBef>
                          <a:spcPts val="0"/>
                        </a:spcBef>
                        <a:spcAft>
                          <a:spcPts val="0"/>
                        </a:spcAft>
                        <a:buClr>
                          <a:schemeClr val="dk1"/>
                        </a:buClr>
                        <a:buSzPts val="800"/>
                        <a:buFont typeface="Arial"/>
                        <a:buNone/>
                      </a:pPr>
                      <a:r>
                        <a:rPr lang="es" sz="900">
                          <a:solidFill>
                            <a:schemeClr val="dk1"/>
                          </a:solidFill>
                          <a:latin typeface="Nunito"/>
                          <a:ea typeface="Nunito"/>
                          <a:cs typeface="Nunito"/>
                          <a:sym typeface="Nunito"/>
                        </a:rPr>
                        <a:t>Pelotas de alta presión: Ofrecen un rebote más rápido y vivo, acelerando el juego. Son ideales para jugadores avanzados.</a:t>
                      </a:r>
                      <a:endParaRPr sz="900">
                        <a:solidFill>
                          <a:schemeClr val="dk1"/>
                        </a:solidFill>
                        <a:latin typeface="Nunito"/>
                        <a:ea typeface="Nunito"/>
                        <a:cs typeface="Nunito"/>
                        <a:sym typeface="Nunito"/>
                      </a:endParaRPr>
                    </a:p>
                    <a:p>
                      <a:pPr marL="0" lvl="0" indent="0" algn="l" rtl="0">
                        <a:lnSpc>
                          <a:spcPct val="100000"/>
                        </a:lnSpc>
                        <a:spcBef>
                          <a:spcPts val="0"/>
                        </a:spcBef>
                        <a:spcAft>
                          <a:spcPts val="0"/>
                        </a:spcAft>
                        <a:buClr>
                          <a:schemeClr val="dk1"/>
                        </a:buClr>
                        <a:buSzPts val="800"/>
                        <a:buFont typeface="Arial"/>
                        <a:buNone/>
                      </a:pPr>
                      <a:endParaRPr sz="900">
                        <a:solidFill>
                          <a:schemeClr val="dk1"/>
                        </a:solidFill>
                        <a:latin typeface="Nunito"/>
                        <a:ea typeface="Nunito"/>
                        <a:cs typeface="Nunito"/>
                        <a:sym typeface="Nunito"/>
                      </a:endParaRPr>
                    </a:p>
                    <a:p>
                      <a:pPr marL="0" lvl="0" indent="0" algn="l" rtl="0">
                        <a:lnSpc>
                          <a:spcPct val="100000"/>
                        </a:lnSpc>
                        <a:spcBef>
                          <a:spcPts val="0"/>
                        </a:spcBef>
                        <a:spcAft>
                          <a:spcPts val="0"/>
                        </a:spcAft>
                        <a:buClr>
                          <a:schemeClr val="dk1"/>
                        </a:buClr>
                        <a:buSzPts val="800"/>
                        <a:buFont typeface="Arial"/>
                        <a:buNone/>
                      </a:pPr>
                      <a:r>
                        <a:rPr lang="es" sz="900">
                          <a:solidFill>
                            <a:schemeClr val="dk1"/>
                          </a:solidFill>
                          <a:latin typeface="Nunito"/>
                          <a:ea typeface="Nunito"/>
                          <a:cs typeface="Nunito"/>
                          <a:sym typeface="Nunito"/>
                        </a:rPr>
                        <a:t>Pelotas de baja presión: Proporcionan un rebote más lento, facilitando el control. Son adecuadas para principiantes o para quienes prefieren un ritmo más tranquilo. </a:t>
                      </a:r>
                      <a:endParaRPr sz="900">
                        <a:latin typeface="Nunito"/>
                        <a:ea typeface="Nunito"/>
                        <a:cs typeface="Nunito"/>
                        <a:sym typeface="Nunito"/>
                      </a:endParaRPr>
                    </a:p>
                  </a:txBody>
                  <a:tcPr marL="91425" marR="91425" marT="91425" marB="91425">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lnB w="71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s" sz="900" b="1">
                          <a:solidFill>
                            <a:schemeClr val="dk1"/>
                          </a:solidFill>
                          <a:latin typeface="Nunito"/>
                          <a:ea typeface="Nunito"/>
                          <a:cs typeface="Nunito"/>
                          <a:sym typeface="Nunito"/>
                        </a:rPr>
                        <a:t>El núcleo de goma</a:t>
                      </a:r>
                      <a:endParaRPr sz="900" b="1">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r>
                        <a:rPr lang="es" sz="900">
                          <a:solidFill>
                            <a:schemeClr val="dk1"/>
                          </a:solidFill>
                          <a:latin typeface="Nunito"/>
                          <a:ea typeface="Nunito"/>
                          <a:cs typeface="Nunito"/>
                          <a:sym typeface="Nunito"/>
                        </a:rPr>
                        <a:t>El núcleo de las pelotas de pádel está fabricado con una mezcla de gomas naturales y sintéticas que encapsulan el aire a una presión específica.</a:t>
                      </a:r>
                      <a:endParaRPr sz="9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endParaRPr sz="9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r>
                        <a:rPr lang="es" sz="800" b="1">
                          <a:solidFill>
                            <a:schemeClr val="dk1"/>
                          </a:solidFill>
                          <a:latin typeface="Nunito"/>
                          <a:ea typeface="Nunito"/>
                          <a:cs typeface="Nunito"/>
                          <a:sym typeface="Nunito"/>
                        </a:rPr>
                        <a:t>Goma densa</a:t>
                      </a:r>
                      <a:r>
                        <a:rPr lang="es" sz="800">
                          <a:solidFill>
                            <a:schemeClr val="dk1"/>
                          </a:solidFill>
                          <a:latin typeface="Nunito"/>
                          <a:ea typeface="Nunito"/>
                          <a:cs typeface="Nunito"/>
                          <a:sym typeface="Nunito"/>
                        </a:rPr>
                        <a:t> (mayor densidad): Ofrece más potencia y velocidad en golpes fuertes, ideal para jugadores avanzados, pero requiere mayor esfuerzo en golpes suaves.</a:t>
                      </a:r>
                      <a:endParaRPr sz="8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endParaRPr sz="8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r>
                        <a:rPr lang="es" sz="800" b="1">
                          <a:solidFill>
                            <a:schemeClr val="dk1"/>
                          </a:solidFill>
                          <a:latin typeface="Nunito"/>
                          <a:ea typeface="Nunito"/>
                          <a:cs typeface="Nunito"/>
                          <a:sym typeface="Nunito"/>
                        </a:rPr>
                        <a:t>Goma blanda</a:t>
                      </a:r>
                      <a:r>
                        <a:rPr lang="es" sz="800">
                          <a:solidFill>
                            <a:schemeClr val="dk1"/>
                          </a:solidFill>
                          <a:latin typeface="Nunito"/>
                          <a:ea typeface="Nunito"/>
                          <a:cs typeface="Nunito"/>
                          <a:sym typeface="Nunito"/>
                        </a:rPr>
                        <a:t> (menor densidad): Proporciona más control y salida de bola en golpes suaves, lo que es beneficioso para principiantes.</a:t>
                      </a:r>
                      <a:endParaRPr sz="8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endParaRPr sz="900">
                        <a:solidFill>
                          <a:schemeClr val="dk1"/>
                        </a:solidFill>
                        <a:latin typeface="Nunito"/>
                        <a:ea typeface="Nunito"/>
                        <a:cs typeface="Nunito"/>
                        <a:sym typeface="Nunito"/>
                      </a:endParaRPr>
                    </a:p>
                  </a:txBody>
                  <a:tcPr marL="91425" marR="91425" marT="91425" marB="91425">
                    <a:lnL w="7150" cap="flat" cmpd="sng">
                      <a:solidFill>
                        <a:srgbClr val="000000"/>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s" sz="900">
                          <a:solidFill>
                            <a:schemeClr val="dk1"/>
                          </a:solidFill>
                          <a:latin typeface="Nunito"/>
                          <a:ea typeface="Nunito"/>
                          <a:cs typeface="Nunito"/>
                          <a:sym typeface="Nunito"/>
                        </a:rPr>
                        <a:t>El fieltro exterior de la pelota de pádel influye en el control, los efectos y la durabilidad.</a:t>
                      </a:r>
                      <a:endParaRPr sz="9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endParaRPr sz="9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r>
                        <a:rPr lang="es" sz="900" b="1">
                          <a:solidFill>
                            <a:schemeClr val="dk1"/>
                          </a:solidFill>
                          <a:latin typeface="Nunito"/>
                          <a:ea typeface="Nunito"/>
                          <a:cs typeface="Nunito"/>
                          <a:sym typeface="Nunito"/>
                        </a:rPr>
                        <a:t>Fieltro natural (lana)</a:t>
                      </a:r>
                      <a:r>
                        <a:rPr lang="es" sz="900">
                          <a:solidFill>
                            <a:schemeClr val="dk1"/>
                          </a:solidFill>
                          <a:latin typeface="Nunito"/>
                          <a:ea typeface="Nunito"/>
                          <a:cs typeface="Nunito"/>
                          <a:sym typeface="Nunito"/>
                        </a:rPr>
                        <a:t>: Ofrece mejor agarre y tacto, ideal para aplicar efectos (cortado, liftado). Su desgaste es más rápido.</a:t>
                      </a:r>
                      <a:endParaRPr sz="9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endParaRPr sz="9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r>
                        <a:rPr lang="es" sz="900" b="1">
                          <a:solidFill>
                            <a:schemeClr val="dk1"/>
                          </a:solidFill>
                          <a:latin typeface="Nunito"/>
                          <a:ea typeface="Nunito"/>
                          <a:cs typeface="Nunito"/>
                          <a:sym typeface="Nunito"/>
                        </a:rPr>
                        <a:t>Fieltro sintético (nylon)</a:t>
                      </a:r>
                      <a:r>
                        <a:rPr lang="es" sz="900">
                          <a:solidFill>
                            <a:schemeClr val="dk1"/>
                          </a:solidFill>
                          <a:latin typeface="Nunito"/>
                          <a:ea typeface="Nunito"/>
                          <a:cs typeface="Nunito"/>
                          <a:sym typeface="Nunito"/>
                        </a:rPr>
                        <a:t>: Es más duradero y resistente, lo que prolonga la vida útil de la pelota. Tiende a ser más rápido y ofrece menos agarre.</a:t>
                      </a:r>
                      <a:endParaRPr sz="9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r>
                        <a:rPr lang="es" sz="900">
                          <a:solidFill>
                            <a:schemeClr val="dk1"/>
                          </a:solidFill>
                          <a:latin typeface="Nunito"/>
                          <a:ea typeface="Nunito"/>
                          <a:cs typeface="Nunito"/>
                          <a:sym typeface="Nunito"/>
                        </a:rPr>
                        <a:t>Composición: Las pelotas utilizan una mezcla de ambos para equilibrar durabilidad, velocidad y control, adaptándose a diferentes estilos de juego.</a:t>
                      </a:r>
                      <a:endParaRPr sz="900">
                        <a:solidFill>
                          <a:schemeClr val="dk1"/>
                        </a:solidFill>
                        <a:latin typeface="Nunito"/>
                        <a:ea typeface="Nunito"/>
                        <a:cs typeface="Nunito"/>
                        <a:sym typeface="Nunito"/>
                      </a:endParaRPr>
                    </a:p>
                    <a:p>
                      <a:pPr marL="0" marR="0" lvl="0" indent="0" algn="l" rtl="0">
                        <a:lnSpc>
                          <a:spcPct val="100000"/>
                        </a:lnSpc>
                        <a:spcBef>
                          <a:spcPts val="0"/>
                        </a:spcBef>
                        <a:spcAft>
                          <a:spcPts val="0"/>
                        </a:spcAft>
                        <a:buNone/>
                      </a:pPr>
                      <a:endParaRPr sz="900">
                        <a:solidFill>
                          <a:schemeClr val="dk1"/>
                        </a:solidFill>
                        <a:latin typeface="Nunito"/>
                        <a:ea typeface="Nunito"/>
                        <a:cs typeface="Nunito"/>
                        <a:sym typeface="Nuni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7150" cap="flat" cmpd="sng">
                      <a:solidFill>
                        <a:srgbClr val="000000"/>
                      </a:solidFill>
                      <a:prstDash val="solid"/>
                      <a:round/>
                      <a:headEnd type="none" w="sm" len="sm"/>
                      <a:tailEnd type="none" w="sm" len="sm"/>
                    </a:lnT>
                    <a:lnB w="71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694" name="Google Shape;694;p104"/>
          <p:cNvPicPr preferRelativeResize="0"/>
          <p:nvPr/>
        </p:nvPicPr>
        <p:blipFill rotWithShape="1">
          <a:blip r:embed="rId3">
            <a:alphaModFix/>
          </a:blip>
          <a:srcRect l="17985" t="49195" r="20061" b="5309"/>
          <a:stretch/>
        </p:blipFill>
        <p:spPr>
          <a:xfrm rot="1022261">
            <a:off x="7687112" y="430538"/>
            <a:ext cx="735702" cy="540262"/>
          </a:xfrm>
          <a:prstGeom prst="rect">
            <a:avLst/>
          </a:prstGeom>
          <a:noFill/>
          <a:ln>
            <a:noFill/>
          </a:ln>
        </p:spPr>
      </p:pic>
      <p:pic>
        <p:nvPicPr>
          <p:cNvPr id="695" name="Google Shape;695;p104"/>
          <p:cNvPicPr preferRelativeResize="0"/>
          <p:nvPr/>
        </p:nvPicPr>
        <p:blipFill rotWithShape="1">
          <a:blip r:embed="rId4">
            <a:alphaModFix/>
          </a:blip>
          <a:srcRect l="24525" t="46515" r="26602"/>
          <a:stretch/>
        </p:blipFill>
        <p:spPr>
          <a:xfrm>
            <a:off x="7823644" y="3976828"/>
            <a:ext cx="587700" cy="643164"/>
          </a:xfrm>
          <a:prstGeom prst="rect">
            <a:avLst/>
          </a:prstGeom>
          <a:noFill/>
          <a:ln>
            <a:noFill/>
          </a:ln>
        </p:spPr>
      </p:pic>
      <p:pic>
        <p:nvPicPr>
          <p:cNvPr id="696" name="Google Shape;696;p104"/>
          <p:cNvPicPr preferRelativeResize="0"/>
          <p:nvPr/>
        </p:nvPicPr>
        <p:blipFill rotWithShape="1">
          <a:blip r:embed="rId5">
            <a:alphaModFix/>
          </a:blip>
          <a:srcRect l="24854" t="44882" r="24037"/>
          <a:stretch/>
        </p:blipFill>
        <p:spPr>
          <a:xfrm rot="-1394683">
            <a:off x="497850" y="3981525"/>
            <a:ext cx="587702" cy="63377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0"/>
        <p:cNvGrpSpPr/>
        <p:nvPr/>
      </p:nvGrpSpPr>
      <p:grpSpPr>
        <a:xfrm>
          <a:off x="0" y="0"/>
          <a:ext cx="0" cy="0"/>
          <a:chOff x="0" y="0"/>
          <a:chExt cx="0" cy="0"/>
        </a:xfrm>
      </p:grpSpPr>
      <p:sp>
        <p:nvSpPr>
          <p:cNvPr id="701" name="Google Shape;701;p105"/>
          <p:cNvSpPr txBox="1"/>
          <p:nvPr/>
        </p:nvSpPr>
        <p:spPr>
          <a:xfrm>
            <a:off x="2314288" y="574763"/>
            <a:ext cx="4397100" cy="3478800"/>
          </a:xfrm>
          <a:prstGeom prst="rect">
            <a:avLst/>
          </a:prstGeom>
          <a:noFill/>
          <a:ln>
            <a:noFill/>
          </a:ln>
        </p:spPr>
        <p:txBody>
          <a:bodyPr spcFirstLastPara="1" wrap="square" lIns="68575" tIns="68575" rIns="68575" bIns="68575" anchor="t" anchorCtr="0">
            <a:spAutoFit/>
          </a:bodyPr>
          <a:lstStyle/>
          <a:p>
            <a:pPr marL="0" lvl="0" indent="0" algn="l" rtl="0">
              <a:lnSpc>
                <a:spcPct val="100000"/>
              </a:lnSpc>
              <a:spcBef>
                <a:spcPts val="0"/>
              </a:spcBef>
              <a:spcAft>
                <a:spcPts val="0"/>
              </a:spcAft>
              <a:buNone/>
            </a:pPr>
            <a:r>
              <a:rPr lang="es" sz="1500" b="1">
                <a:solidFill>
                  <a:schemeClr val="dk1"/>
                </a:solidFill>
              </a:rPr>
              <a:t>Recomendación tipo “setup” para el club</a:t>
            </a:r>
            <a:endParaRPr sz="1500" b="1">
              <a:solidFill>
                <a:schemeClr val="dk1"/>
              </a:solidFill>
            </a:endParaRPr>
          </a:p>
          <a:p>
            <a:pPr marL="0" lvl="0" indent="0" algn="l" rtl="0">
              <a:lnSpc>
                <a:spcPct val="100000"/>
              </a:lnSpc>
              <a:spcBef>
                <a:spcPts val="0"/>
              </a:spcBef>
              <a:spcAft>
                <a:spcPts val="0"/>
              </a:spcAft>
              <a:buNone/>
            </a:pPr>
            <a:endParaRPr sz="1500" b="1">
              <a:solidFill>
                <a:schemeClr val="dk1"/>
              </a:solidFill>
            </a:endParaRPr>
          </a:p>
          <a:p>
            <a:pPr marL="342900" lvl="0" indent="-234950" algn="l" rtl="0">
              <a:lnSpc>
                <a:spcPct val="100000"/>
              </a:lnSpc>
              <a:spcBef>
                <a:spcPts val="0"/>
              </a:spcBef>
              <a:spcAft>
                <a:spcPts val="0"/>
              </a:spcAft>
              <a:buClr>
                <a:schemeClr val="dk1"/>
              </a:buClr>
              <a:buSzPts val="1100"/>
              <a:buChar char="●"/>
            </a:pPr>
            <a:r>
              <a:rPr lang="es" sz="1100" b="1">
                <a:solidFill>
                  <a:schemeClr val="dk1"/>
                </a:solidFill>
              </a:rPr>
              <a:t>Entrenamiento diario en canchas rápidas:</a:t>
            </a:r>
            <a:br>
              <a:rPr lang="es" sz="1100" b="1">
                <a:solidFill>
                  <a:schemeClr val="dk1"/>
                </a:solidFill>
              </a:rPr>
            </a:br>
            <a:r>
              <a:rPr lang="es" sz="1100" b="1">
                <a:solidFill>
                  <a:schemeClr val="dk1"/>
                </a:solidFill>
              </a:rPr>
              <a:t>Wilson Championship Extra Duty</a:t>
            </a:r>
            <a:br>
              <a:rPr lang="es" sz="1100" b="1">
                <a:solidFill>
                  <a:schemeClr val="dk1"/>
                </a:solidFill>
              </a:rPr>
            </a:br>
            <a:r>
              <a:rPr lang="es" sz="1100">
                <a:solidFill>
                  <a:schemeClr val="dk1"/>
                </a:solidFill>
              </a:rPr>
              <a:t>Pelota duradera, consistente y más económica para alto volumen.</a:t>
            </a:r>
            <a:endParaRPr sz="1100">
              <a:solidFill>
                <a:schemeClr val="dk1"/>
              </a:solidFill>
            </a:endParaRPr>
          </a:p>
          <a:p>
            <a:pPr marL="0" lvl="0" indent="0" algn="l" rtl="0">
              <a:lnSpc>
                <a:spcPct val="100000"/>
              </a:lnSpc>
              <a:spcBef>
                <a:spcPts val="0"/>
              </a:spcBef>
              <a:spcAft>
                <a:spcPts val="0"/>
              </a:spcAft>
              <a:buNone/>
            </a:pPr>
            <a:endParaRPr sz="1100">
              <a:solidFill>
                <a:schemeClr val="dk1"/>
              </a:solidFill>
            </a:endParaRPr>
          </a:p>
          <a:p>
            <a:pPr marL="342900" lvl="0" indent="-234950" algn="l" rtl="0">
              <a:lnSpc>
                <a:spcPct val="100000"/>
              </a:lnSpc>
              <a:spcBef>
                <a:spcPts val="0"/>
              </a:spcBef>
              <a:spcAft>
                <a:spcPts val="0"/>
              </a:spcAft>
              <a:buClr>
                <a:schemeClr val="dk1"/>
              </a:buClr>
              <a:buSzPts val="1100"/>
              <a:buChar char="●"/>
            </a:pPr>
            <a:r>
              <a:rPr lang="es" sz="1100" b="1">
                <a:solidFill>
                  <a:schemeClr val="dk1"/>
                </a:solidFill>
              </a:rPr>
              <a:t>Partidos de club (canchas de polvo de ladrillo/clima normal):</a:t>
            </a:r>
            <a:br>
              <a:rPr lang="es" sz="1100" b="1">
                <a:solidFill>
                  <a:schemeClr val="dk1"/>
                </a:solidFill>
              </a:rPr>
            </a:br>
            <a:r>
              <a:rPr lang="es" sz="1100" b="1">
                <a:solidFill>
                  <a:schemeClr val="dk1"/>
                </a:solidFill>
              </a:rPr>
              <a:t>Wilson Tour Clay</a:t>
            </a:r>
            <a:br>
              <a:rPr lang="es" sz="1100" b="1">
                <a:solidFill>
                  <a:schemeClr val="dk1"/>
                </a:solidFill>
              </a:rPr>
            </a:br>
            <a:r>
              <a:rPr lang="es" sz="1100">
                <a:solidFill>
                  <a:schemeClr val="dk1"/>
                </a:solidFill>
              </a:rPr>
              <a:t> Optimizada para arcilla: controla el patinaje y mantiene la jugabilidad.</a:t>
            </a:r>
            <a:endParaRPr sz="1100">
              <a:solidFill>
                <a:schemeClr val="dk1"/>
              </a:solidFill>
            </a:endParaRPr>
          </a:p>
          <a:p>
            <a:pPr marL="0" lvl="0" indent="0" algn="l" rtl="0">
              <a:lnSpc>
                <a:spcPct val="100000"/>
              </a:lnSpc>
              <a:spcBef>
                <a:spcPts val="0"/>
              </a:spcBef>
              <a:spcAft>
                <a:spcPts val="0"/>
              </a:spcAft>
              <a:buNone/>
            </a:pPr>
            <a:endParaRPr sz="1100">
              <a:solidFill>
                <a:schemeClr val="dk1"/>
              </a:solidFill>
            </a:endParaRPr>
          </a:p>
          <a:p>
            <a:pPr marL="342900" lvl="0" indent="-234950" algn="l" rtl="0">
              <a:lnSpc>
                <a:spcPct val="100000"/>
              </a:lnSpc>
              <a:spcBef>
                <a:spcPts val="0"/>
              </a:spcBef>
              <a:spcAft>
                <a:spcPts val="0"/>
              </a:spcAft>
              <a:buClr>
                <a:schemeClr val="dk1"/>
              </a:buClr>
              <a:buSzPts val="1100"/>
              <a:buChar char="●"/>
            </a:pPr>
            <a:r>
              <a:rPr lang="es" sz="1100" b="1">
                <a:solidFill>
                  <a:schemeClr val="dk1"/>
                </a:solidFill>
              </a:rPr>
              <a:t>Torneos federados (eventos premium/clima seco/juego dinámico):</a:t>
            </a:r>
            <a:br>
              <a:rPr lang="es" sz="1100" b="1">
                <a:solidFill>
                  <a:schemeClr val="dk1"/>
                </a:solidFill>
              </a:rPr>
            </a:br>
            <a:r>
              <a:rPr lang="es" sz="1100" b="1">
                <a:solidFill>
                  <a:schemeClr val="dk1"/>
                </a:solidFill>
              </a:rPr>
              <a:t>Wilson Roland Garros</a:t>
            </a:r>
            <a:br>
              <a:rPr lang="es" sz="1100" b="1">
                <a:solidFill>
                  <a:schemeClr val="dk1"/>
                </a:solidFill>
              </a:rPr>
            </a:br>
            <a:r>
              <a:rPr lang="es" sz="1100">
                <a:solidFill>
                  <a:schemeClr val="dk1"/>
                </a:solidFill>
              </a:rPr>
              <a:t>Pelota oficial RG: mayor control, tacto más profesional y excelente durabilidad en polvo de ladrillo.</a:t>
            </a:r>
            <a:endParaRPr sz="1100">
              <a:solidFill>
                <a:schemeClr val="dk1"/>
              </a:solidFill>
            </a:endParaRPr>
          </a:p>
          <a:p>
            <a:pPr marL="342900" lvl="0" indent="0" algn="l" rtl="0">
              <a:lnSpc>
                <a:spcPct val="100000"/>
              </a:lnSpc>
              <a:spcBef>
                <a:spcPts val="0"/>
              </a:spcBef>
              <a:spcAft>
                <a:spcPts val="0"/>
              </a:spcAft>
              <a:buNone/>
            </a:pPr>
            <a:endParaRPr sz="1100" b="1">
              <a:solidFill>
                <a:schemeClr val="dk1"/>
              </a:solidFill>
            </a:endParaRPr>
          </a:p>
        </p:txBody>
      </p:sp>
      <p:pic>
        <p:nvPicPr>
          <p:cNvPr id="702" name="Google Shape;702;p105"/>
          <p:cNvPicPr preferRelativeResize="0"/>
          <p:nvPr/>
        </p:nvPicPr>
        <p:blipFill rotWithShape="1">
          <a:blip r:embed="rId3">
            <a:alphaModFix/>
          </a:blip>
          <a:srcRect l="17985" t="49195" r="20061" b="5309"/>
          <a:stretch/>
        </p:blipFill>
        <p:spPr>
          <a:xfrm rot="1022261">
            <a:off x="6284337" y="253188"/>
            <a:ext cx="735702" cy="540262"/>
          </a:xfrm>
          <a:prstGeom prst="rect">
            <a:avLst/>
          </a:prstGeom>
          <a:noFill/>
          <a:ln>
            <a:noFill/>
          </a:ln>
        </p:spPr>
      </p:pic>
      <p:pic>
        <p:nvPicPr>
          <p:cNvPr id="703" name="Google Shape;703;p105"/>
          <p:cNvPicPr preferRelativeResize="0"/>
          <p:nvPr/>
        </p:nvPicPr>
        <p:blipFill rotWithShape="1">
          <a:blip r:embed="rId4">
            <a:alphaModFix/>
          </a:blip>
          <a:srcRect l="24525" t="46515" r="26602"/>
          <a:stretch/>
        </p:blipFill>
        <p:spPr>
          <a:xfrm>
            <a:off x="6780969" y="3702728"/>
            <a:ext cx="587700" cy="643164"/>
          </a:xfrm>
          <a:prstGeom prst="rect">
            <a:avLst/>
          </a:prstGeom>
          <a:noFill/>
          <a:ln>
            <a:noFill/>
          </a:ln>
        </p:spPr>
      </p:pic>
      <p:pic>
        <p:nvPicPr>
          <p:cNvPr id="704" name="Google Shape;704;p105"/>
          <p:cNvPicPr preferRelativeResize="0"/>
          <p:nvPr/>
        </p:nvPicPr>
        <p:blipFill rotWithShape="1">
          <a:blip r:embed="rId5">
            <a:alphaModFix/>
          </a:blip>
          <a:srcRect l="24854" t="44882" r="24037"/>
          <a:stretch/>
        </p:blipFill>
        <p:spPr>
          <a:xfrm rot="-1394683">
            <a:off x="1259000" y="3449450"/>
            <a:ext cx="587702" cy="633772"/>
          </a:xfrm>
          <a:prstGeom prst="rect">
            <a:avLst/>
          </a:prstGeom>
          <a:noFill/>
          <a:ln>
            <a:noFill/>
          </a:ln>
        </p:spPr>
      </p:pic>
      <p:pic>
        <p:nvPicPr>
          <p:cNvPr id="705" name="Google Shape;705;p105"/>
          <p:cNvPicPr preferRelativeResize="0"/>
          <p:nvPr/>
        </p:nvPicPr>
        <p:blipFill>
          <a:blip r:embed="rId6">
            <a:alphaModFix/>
          </a:blip>
          <a:stretch>
            <a:fillRect/>
          </a:stretch>
        </p:blipFill>
        <p:spPr>
          <a:xfrm rot="295595">
            <a:off x="367375" y="297707"/>
            <a:ext cx="2106238" cy="2106238"/>
          </a:xfrm>
          <a:prstGeom prst="rect">
            <a:avLst/>
          </a:prstGeom>
          <a:noFill/>
          <a:ln>
            <a:noFill/>
          </a:ln>
        </p:spPr>
      </p:pic>
      <p:pic>
        <p:nvPicPr>
          <p:cNvPr id="706" name="Google Shape;706;p105"/>
          <p:cNvPicPr preferRelativeResize="0"/>
          <p:nvPr/>
        </p:nvPicPr>
        <p:blipFill>
          <a:blip r:embed="rId7">
            <a:alphaModFix/>
          </a:blip>
          <a:stretch>
            <a:fillRect/>
          </a:stretch>
        </p:blipFill>
        <p:spPr>
          <a:xfrm rot="-357085">
            <a:off x="6863787" y="1041775"/>
            <a:ext cx="2031063" cy="2031063"/>
          </a:xfrm>
          <a:prstGeom prst="rect">
            <a:avLst/>
          </a:prstGeom>
          <a:noFill/>
          <a:ln>
            <a:noFill/>
          </a:ln>
        </p:spPr>
      </p:pic>
      <p:pic>
        <p:nvPicPr>
          <p:cNvPr id="707" name="Google Shape;707;p105"/>
          <p:cNvPicPr preferRelativeResize="0"/>
          <p:nvPr/>
        </p:nvPicPr>
        <p:blipFill>
          <a:blip r:embed="rId8">
            <a:alphaModFix/>
          </a:blip>
          <a:stretch>
            <a:fillRect/>
          </a:stretch>
        </p:blipFill>
        <p:spPr>
          <a:xfrm rot="-1416238">
            <a:off x="3988509" y="3656641"/>
            <a:ext cx="1485230" cy="148524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106"/>
          <p:cNvSpPr txBox="1">
            <a:spLocks noGrp="1"/>
          </p:cNvSpPr>
          <p:nvPr>
            <p:ph type="sldNum" idx="12"/>
          </p:nvPr>
        </p:nvSpPr>
        <p:spPr>
          <a:xfrm>
            <a:off x="6976602" y="4933935"/>
            <a:ext cx="2057400" cy="197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s"/>
              <a:t>20</a:t>
            </a:fld>
            <a:endParaRPr/>
          </a:p>
        </p:txBody>
      </p:sp>
      <p:sp>
        <p:nvSpPr>
          <p:cNvPr id="713" name="Google Shape;713;p106"/>
          <p:cNvSpPr txBox="1"/>
          <p:nvPr/>
        </p:nvSpPr>
        <p:spPr>
          <a:xfrm>
            <a:off x="3520687" y="1105556"/>
            <a:ext cx="4607700" cy="3001500"/>
          </a:xfrm>
          <a:prstGeom prst="rect">
            <a:avLst/>
          </a:prstGeom>
          <a:noFill/>
          <a:ln>
            <a:noFill/>
          </a:ln>
        </p:spPr>
        <p:txBody>
          <a:bodyPr spcFirstLastPara="1" wrap="square" lIns="68575" tIns="68575" rIns="68575" bIns="68575" anchor="t" anchorCtr="0">
            <a:spAutoFit/>
          </a:bodyPr>
          <a:lstStyle/>
          <a:p>
            <a:pPr marL="342900" lvl="0" indent="-247650" algn="l" rtl="0">
              <a:spcBef>
                <a:spcPts val="0"/>
              </a:spcBef>
              <a:spcAft>
                <a:spcPts val="0"/>
              </a:spcAft>
              <a:buSzPts val="1300"/>
              <a:buChar char="-"/>
            </a:pPr>
            <a:r>
              <a:rPr lang="es" sz="1100">
                <a:solidFill>
                  <a:schemeClr val="dk1"/>
                </a:solidFill>
              </a:rPr>
              <a:t>Diseñada para soportar </a:t>
            </a:r>
            <a:r>
              <a:rPr lang="es" sz="1100" b="1">
                <a:solidFill>
                  <a:schemeClr val="dk1"/>
                </a:solidFill>
              </a:rPr>
              <a:t>alto desgaste en canchas duras</a:t>
            </a:r>
            <a:r>
              <a:rPr lang="es" sz="1100">
                <a:solidFill>
                  <a:schemeClr val="dk1"/>
                </a:solidFill>
              </a:rPr>
              <a:t>, la Championship Extra Duty es una pelota confiable para entrenamientos intensivos, escuelas de tenis y uso diario en clubes.</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Su fieltro </a:t>
            </a:r>
            <a:r>
              <a:rPr lang="es" sz="1100" b="1">
                <a:solidFill>
                  <a:schemeClr val="dk1"/>
                </a:solidFill>
              </a:rPr>
              <a:t>Dura-Weave Extra Duty</a:t>
            </a:r>
            <a:r>
              <a:rPr lang="es" sz="1100">
                <a:solidFill>
                  <a:schemeClr val="dk1"/>
                </a:solidFill>
              </a:rPr>
              <a:t> está formulado para resistir la abrasión que generan las superficies duras, prolongando la vida útil y evitando pérdida prematura de presión.</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Mantiene un rebote consistente y una sensación equilibrada, ideal para academias, profesores y clubes con gran volumen de jugadores.</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Excelente relación </a:t>
            </a:r>
            <a:r>
              <a:rPr lang="es" sz="1100" b="1">
                <a:solidFill>
                  <a:schemeClr val="dk1"/>
                </a:solidFill>
              </a:rPr>
              <a:t>durabilidad / costo</a:t>
            </a:r>
            <a:r>
              <a:rPr lang="es" sz="1100">
                <a:solidFill>
                  <a:schemeClr val="dk1"/>
                </a:solidFill>
              </a:rPr>
              <a:t>, lo que la vuelve una de las pelotas más utilizadas en programas de enseñanza.</a:t>
            </a:r>
            <a:endParaRPr sz="1100">
              <a:solidFill>
                <a:schemeClr val="dk1"/>
              </a:solidFill>
            </a:endParaRPr>
          </a:p>
          <a:p>
            <a:pPr marL="0" lvl="0" indent="0" algn="l" rtl="0">
              <a:spcBef>
                <a:spcPts val="0"/>
              </a:spcBef>
              <a:spcAft>
                <a:spcPts val="0"/>
              </a:spcAft>
              <a:buNone/>
            </a:pPr>
            <a:endParaRPr sz="1300"/>
          </a:p>
        </p:txBody>
      </p:sp>
      <p:sp>
        <p:nvSpPr>
          <p:cNvPr id="714" name="Google Shape;714;p106"/>
          <p:cNvSpPr txBox="1"/>
          <p:nvPr/>
        </p:nvSpPr>
        <p:spPr>
          <a:xfrm>
            <a:off x="4602675" y="4069150"/>
            <a:ext cx="3073800" cy="891900"/>
          </a:xfrm>
          <a:prstGeom prst="rect">
            <a:avLst/>
          </a:prstGeom>
          <a:noFill/>
          <a:ln>
            <a:noFill/>
          </a:ln>
        </p:spPr>
        <p:txBody>
          <a:bodyPr spcFirstLastPara="1" wrap="square" lIns="68575" tIns="68575" rIns="68575" bIns="68575" anchor="t" anchorCtr="0">
            <a:spAutoFit/>
          </a:bodyPr>
          <a:lstStyle/>
          <a:p>
            <a:pPr marL="342900" lvl="0" indent="-234950" algn="l" rtl="0">
              <a:lnSpc>
                <a:spcPct val="115000"/>
              </a:lnSpc>
              <a:spcBef>
                <a:spcPts val="900"/>
              </a:spcBef>
              <a:spcAft>
                <a:spcPts val="0"/>
              </a:spcAft>
              <a:buClr>
                <a:schemeClr val="dk1"/>
              </a:buClr>
              <a:buSzPts val="1100"/>
              <a:buChar char="●"/>
            </a:pPr>
            <a:r>
              <a:rPr lang="es" sz="1100" b="1">
                <a:solidFill>
                  <a:schemeClr val="dk1"/>
                </a:solidFill>
              </a:rPr>
              <a:t>Regla de oro:</a:t>
            </a:r>
            <a:r>
              <a:rPr lang="es" sz="1100">
                <a:solidFill>
                  <a:schemeClr val="dk1"/>
                </a:solidFill>
              </a:rPr>
              <a:t> </a:t>
            </a:r>
            <a:r>
              <a:rPr lang="es" sz="1100" i="1">
                <a:solidFill>
                  <a:schemeClr val="dk1"/>
                </a:solidFill>
              </a:rPr>
              <a:t>Si necesitás una pelota rendidora, resistente y económica para entrenamientos y canchas duras, elegí Championship Extra Duty.</a:t>
            </a:r>
            <a:endParaRPr sz="1100" i="1">
              <a:solidFill>
                <a:schemeClr val="dk1"/>
              </a:solidFill>
            </a:endParaRPr>
          </a:p>
        </p:txBody>
      </p:sp>
      <p:sp>
        <p:nvSpPr>
          <p:cNvPr id="715" name="Google Shape;715;p106"/>
          <p:cNvSpPr txBox="1"/>
          <p:nvPr/>
        </p:nvSpPr>
        <p:spPr>
          <a:xfrm>
            <a:off x="1719350" y="469813"/>
            <a:ext cx="6204300" cy="461700"/>
          </a:xfrm>
          <a:prstGeom prst="rect">
            <a:avLst/>
          </a:prstGeom>
          <a:noFill/>
          <a:ln>
            <a:noFill/>
          </a:ln>
        </p:spPr>
        <p:txBody>
          <a:bodyPr spcFirstLastPara="1" wrap="square" lIns="0" tIns="0" rIns="0" bIns="0" anchor="b" anchorCtr="0">
            <a:spAutoFit/>
          </a:bodyPr>
          <a:lstStyle/>
          <a:p>
            <a:pPr marL="0" lvl="0" indent="0" algn="ctr" rtl="0">
              <a:spcBef>
                <a:spcPts val="0"/>
              </a:spcBef>
              <a:spcAft>
                <a:spcPts val="0"/>
              </a:spcAft>
              <a:buNone/>
            </a:pPr>
            <a:r>
              <a:rPr lang="es" sz="3000" b="1">
                <a:solidFill>
                  <a:schemeClr val="dk2"/>
                </a:solidFill>
              </a:rPr>
              <a:t>CHAMPIONSHIP (EXTRA DUTY)</a:t>
            </a:r>
            <a:endParaRPr sz="2100" b="1">
              <a:solidFill>
                <a:srgbClr val="101820"/>
              </a:solidFill>
            </a:endParaRPr>
          </a:p>
        </p:txBody>
      </p:sp>
      <p:pic>
        <p:nvPicPr>
          <p:cNvPr id="716" name="Google Shape;716;p106"/>
          <p:cNvPicPr preferRelativeResize="0"/>
          <p:nvPr/>
        </p:nvPicPr>
        <p:blipFill>
          <a:blip r:embed="rId3">
            <a:alphaModFix/>
          </a:blip>
          <a:stretch>
            <a:fillRect/>
          </a:stretch>
        </p:blipFill>
        <p:spPr>
          <a:xfrm rot="57">
            <a:off x="0" y="563230"/>
            <a:ext cx="3624576" cy="3624564"/>
          </a:xfrm>
          <a:prstGeom prst="rect">
            <a:avLst/>
          </a:prstGeom>
          <a:noFill/>
          <a:ln>
            <a:noFill/>
          </a:ln>
        </p:spPr>
      </p:pic>
      <p:pic>
        <p:nvPicPr>
          <p:cNvPr id="717" name="Google Shape;717;p106"/>
          <p:cNvPicPr preferRelativeResize="0"/>
          <p:nvPr/>
        </p:nvPicPr>
        <p:blipFill rotWithShape="1">
          <a:blip r:embed="rId4">
            <a:alphaModFix/>
          </a:blip>
          <a:srcRect l="17985" t="49195" r="20061" b="5309"/>
          <a:stretch/>
        </p:blipFill>
        <p:spPr>
          <a:xfrm rot="12">
            <a:off x="1719355" y="3281447"/>
            <a:ext cx="1072650" cy="78769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107"/>
          <p:cNvSpPr txBox="1">
            <a:spLocks noGrp="1"/>
          </p:cNvSpPr>
          <p:nvPr>
            <p:ph type="sldNum" idx="12"/>
          </p:nvPr>
        </p:nvSpPr>
        <p:spPr>
          <a:xfrm>
            <a:off x="6976602" y="4933935"/>
            <a:ext cx="2057400" cy="197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s"/>
              <a:t>21</a:t>
            </a:fld>
            <a:endParaRPr/>
          </a:p>
        </p:txBody>
      </p:sp>
      <p:sp>
        <p:nvSpPr>
          <p:cNvPr id="723" name="Google Shape;723;p107"/>
          <p:cNvSpPr txBox="1"/>
          <p:nvPr/>
        </p:nvSpPr>
        <p:spPr>
          <a:xfrm>
            <a:off x="3520687" y="981931"/>
            <a:ext cx="4607700" cy="3001500"/>
          </a:xfrm>
          <a:prstGeom prst="rect">
            <a:avLst/>
          </a:prstGeom>
          <a:noFill/>
          <a:ln>
            <a:noFill/>
          </a:ln>
        </p:spPr>
        <p:txBody>
          <a:bodyPr spcFirstLastPara="1" wrap="square" lIns="68575" tIns="68575" rIns="68575" bIns="68575" anchor="t" anchorCtr="0">
            <a:spAutoFit/>
          </a:bodyPr>
          <a:lstStyle/>
          <a:p>
            <a:pPr marL="342900" lvl="0" indent="-247650" algn="l" rtl="0">
              <a:spcBef>
                <a:spcPts val="0"/>
              </a:spcBef>
              <a:spcAft>
                <a:spcPts val="0"/>
              </a:spcAft>
              <a:buSzPts val="1300"/>
              <a:buChar char="-"/>
            </a:pPr>
            <a:r>
              <a:rPr lang="es" sz="1100">
                <a:solidFill>
                  <a:schemeClr val="dk1"/>
                </a:solidFill>
              </a:rPr>
              <a:t>Diseñada específicamente para </a:t>
            </a:r>
            <a:r>
              <a:rPr lang="es" sz="1100" b="1">
                <a:solidFill>
                  <a:schemeClr val="dk1"/>
                </a:solidFill>
              </a:rPr>
              <a:t>superficies de polvo de ladrillo</a:t>
            </a:r>
            <a:r>
              <a:rPr lang="es" sz="1100">
                <a:solidFill>
                  <a:schemeClr val="dk1"/>
                </a:solidFill>
              </a:rPr>
              <a:t>, la Tour Clay ofrece un rendimiento superior en canchas donde la fricción y la abrasión desgastan más rápido las pelotas convencionales.</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Su fieltro </a:t>
            </a:r>
            <a:r>
              <a:rPr lang="es" sz="1100" b="1">
                <a:solidFill>
                  <a:schemeClr val="dk1"/>
                </a:solidFill>
              </a:rPr>
              <a:t>Clay Guard Felt</a:t>
            </a:r>
            <a:r>
              <a:rPr lang="es" sz="1100">
                <a:solidFill>
                  <a:schemeClr val="dk1"/>
                </a:solidFill>
              </a:rPr>
              <a:t> evita que la arcilla se adhiera en exceso, permitiendo que la pelota mantenga su peso natural, rebote predecible y trayectorias limpias durante más tiempo.</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La construcción del núcleo está optimizada para brindar </a:t>
            </a:r>
            <a:r>
              <a:rPr lang="es" sz="1100" b="1">
                <a:solidFill>
                  <a:schemeClr val="dk1"/>
                </a:solidFill>
              </a:rPr>
              <a:t>consistencia, control de bote y sensación estable</a:t>
            </a:r>
            <a:r>
              <a:rPr lang="es" sz="1100">
                <a:solidFill>
                  <a:schemeClr val="dk1"/>
                </a:solidFill>
              </a:rPr>
              <a:t>, incluso en climas cálidos donde la arcilla se vuelve más lenta.</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Ideal para jugadores que buscan </a:t>
            </a:r>
            <a:r>
              <a:rPr lang="es" sz="1100" b="1">
                <a:solidFill>
                  <a:schemeClr val="dk1"/>
                </a:solidFill>
              </a:rPr>
              <a:t>regularidad y control</a:t>
            </a:r>
            <a:r>
              <a:rPr lang="es" sz="1100">
                <a:solidFill>
                  <a:schemeClr val="dk1"/>
                </a:solidFill>
              </a:rPr>
              <a:t> en puntos largos.</a:t>
            </a:r>
            <a:endParaRPr sz="1100">
              <a:solidFill>
                <a:schemeClr val="dk1"/>
              </a:solidFill>
            </a:endParaRPr>
          </a:p>
          <a:p>
            <a:pPr marL="0" lvl="0" indent="0" algn="l" rtl="0">
              <a:spcBef>
                <a:spcPts val="0"/>
              </a:spcBef>
              <a:spcAft>
                <a:spcPts val="0"/>
              </a:spcAft>
              <a:buNone/>
            </a:pPr>
            <a:endParaRPr sz="1300"/>
          </a:p>
        </p:txBody>
      </p:sp>
      <p:sp>
        <p:nvSpPr>
          <p:cNvPr id="724" name="Google Shape;724;p107"/>
          <p:cNvSpPr txBox="1"/>
          <p:nvPr/>
        </p:nvSpPr>
        <p:spPr>
          <a:xfrm>
            <a:off x="4473705" y="3811575"/>
            <a:ext cx="3140400" cy="1396800"/>
          </a:xfrm>
          <a:prstGeom prst="rect">
            <a:avLst/>
          </a:prstGeom>
          <a:noFill/>
          <a:ln>
            <a:noFill/>
          </a:ln>
        </p:spPr>
        <p:txBody>
          <a:bodyPr spcFirstLastPara="1" wrap="square" lIns="68575" tIns="68575" rIns="68575" bIns="68575" anchor="t" anchorCtr="0">
            <a:spAutoFit/>
          </a:bodyPr>
          <a:lstStyle/>
          <a:p>
            <a:pPr marL="342900" lvl="0" indent="-234950" algn="l" rtl="0">
              <a:lnSpc>
                <a:spcPct val="115000"/>
              </a:lnSpc>
              <a:spcBef>
                <a:spcPts val="900"/>
              </a:spcBef>
              <a:spcAft>
                <a:spcPts val="0"/>
              </a:spcAft>
              <a:buClr>
                <a:schemeClr val="dk1"/>
              </a:buClr>
              <a:buSzPts val="1100"/>
              <a:buChar char="●"/>
            </a:pPr>
            <a:r>
              <a:rPr lang="es" sz="1100" b="1">
                <a:solidFill>
                  <a:schemeClr val="dk1"/>
                </a:solidFill>
              </a:rPr>
              <a:t>Regla de oro:</a:t>
            </a:r>
            <a:r>
              <a:rPr lang="es" sz="1100">
                <a:solidFill>
                  <a:schemeClr val="dk1"/>
                </a:solidFill>
              </a:rPr>
              <a:t> </a:t>
            </a:r>
            <a:r>
              <a:rPr lang="es" sz="1100" i="1">
                <a:solidFill>
                  <a:schemeClr val="dk1"/>
                </a:solidFill>
              </a:rPr>
              <a:t>Si sos jugador habitual en canchas de clay, esta pelota es ideal para vos!</a:t>
            </a:r>
            <a:endParaRPr sz="1100" i="1">
              <a:solidFill>
                <a:schemeClr val="dk1"/>
              </a:solidFill>
            </a:endParaRPr>
          </a:p>
          <a:p>
            <a:pPr marL="342900" lvl="0" indent="0" algn="l" rtl="0">
              <a:lnSpc>
                <a:spcPct val="115000"/>
              </a:lnSpc>
              <a:spcBef>
                <a:spcPts val="900"/>
              </a:spcBef>
              <a:spcAft>
                <a:spcPts val="900"/>
              </a:spcAft>
              <a:buNone/>
            </a:pPr>
            <a:r>
              <a:rPr lang="es" sz="1100" i="1">
                <a:solidFill>
                  <a:schemeClr val="dk1"/>
                </a:solidFill>
              </a:rPr>
              <a:t>Intermedio en precio-calidad entre la championship y Roland Garros</a:t>
            </a:r>
            <a:br>
              <a:rPr lang="es" sz="1100" i="1">
                <a:solidFill>
                  <a:schemeClr val="dk1"/>
                </a:solidFill>
              </a:rPr>
            </a:br>
            <a:endParaRPr sz="1100" i="1">
              <a:solidFill>
                <a:schemeClr val="dk1"/>
              </a:solidFill>
            </a:endParaRPr>
          </a:p>
        </p:txBody>
      </p:sp>
      <p:sp>
        <p:nvSpPr>
          <p:cNvPr id="725" name="Google Shape;725;p107"/>
          <p:cNvSpPr txBox="1"/>
          <p:nvPr/>
        </p:nvSpPr>
        <p:spPr>
          <a:xfrm>
            <a:off x="2334213" y="491588"/>
            <a:ext cx="5126700" cy="461700"/>
          </a:xfrm>
          <a:prstGeom prst="rect">
            <a:avLst/>
          </a:prstGeom>
          <a:noFill/>
          <a:ln>
            <a:noFill/>
          </a:ln>
        </p:spPr>
        <p:txBody>
          <a:bodyPr spcFirstLastPara="1" wrap="square" lIns="0" tIns="0" rIns="0" bIns="0" anchor="b" anchorCtr="0">
            <a:spAutoFit/>
          </a:bodyPr>
          <a:lstStyle/>
          <a:p>
            <a:pPr marL="0" lvl="0" indent="0" algn="ctr" rtl="0">
              <a:spcBef>
                <a:spcPts val="0"/>
              </a:spcBef>
              <a:spcAft>
                <a:spcPts val="0"/>
              </a:spcAft>
              <a:buNone/>
            </a:pPr>
            <a:r>
              <a:rPr lang="es" sz="3000" b="1">
                <a:solidFill>
                  <a:schemeClr val="dk2"/>
                </a:solidFill>
              </a:rPr>
              <a:t>TOUR CLAY</a:t>
            </a:r>
            <a:endParaRPr sz="2100" b="1">
              <a:solidFill>
                <a:srgbClr val="101820"/>
              </a:solidFill>
            </a:endParaRPr>
          </a:p>
        </p:txBody>
      </p:sp>
      <p:pic>
        <p:nvPicPr>
          <p:cNvPr id="726" name="Google Shape;726;p107"/>
          <p:cNvPicPr preferRelativeResize="0"/>
          <p:nvPr/>
        </p:nvPicPr>
        <p:blipFill>
          <a:blip r:embed="rId3">
            <a:alphaModFix/>
          </a:blip>
          <a:stretch>
            <a:fillRect/>
          </a:stretch>
        </p:blipFill>
        <p:spPr>
          <a:xfrm>
            <a:off x="101380" y="644050"/>
            <a:ext cx="3601599" cy="3601599"/>
          </a:xfrm>
          <a:prstGeom prst="rect">
            <a:avLst/>
          </a:prstGeom>
          <a:noFill/>
          <a:ln>
            <a:noFill/>
          </a:ln>
        </p:spPr>
      </p:pic>
      <p:pic>
        <p:nvPicPr>
          <p:cNvPr id="727" name="Google Shape;727;p107"/>
          <p:cNvPicPr preferRelativeResize="0"/>
          <p:nvPr/>
        </p:nvPicPr>
        <p:blipFill rotWithShape="1">
          <a:blip r:embed="rId4">
            <a:alphaModFix/>
          </a:blip>
          <a:srcRect l="24525" t="46515" r="26602"/>
          <a:stretch/>
        </p:blipFill>
        <p:spPr>
          <a:xfrm>
            <a:off x="1954581" y="3329099"/>
            <a:ext cx="784674" cy="8587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108"/>
          <p:cNvSpPr txBox="1">
            <a:spLocks noGrp="1"/>
          </p:cNvSpPr>
          <p:nvPr>
            <p:ph type="sldNum" idx="12"/>
          </p:nvPr>
        </p:nvSpPr>
        <p:spPr>
          <a:xfrm>
            <a:off x="6976602" y="4933935"/>
            <a:ext cx="2057400" cy="197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000000"/>
              </a:buClr>
              <a:buFont typeface="Arial"/>
              <a:buNone/>
            </a:pPr>
            <a:fld id="{00000000-1234-1234-1234-123412341234}" type="slidenum">
              <a:rPr lang="es"/>
              <a:t>22</a:t>
            </a:fld>
            <a:endParaRPr/>
          </a:p>
        </p:txBody>
      </p:sp>
      <p:sp>
        <p:nvSpPr>
          <p:cNvPr id="733" name="Google Shape;733;p108"/>
          <p:cNvSpPr txBox="1"/>
          <p:nvPr/>
        </p:nvSpPr>
        <p:spPr>
          <a:xfrm>
            <a:off x="3520687" y="1105556"/>
            <a:ext cx="4607700" cy="3001500"/>
          </a:xfrm>
          <a:prstGeom prst="rect">
            <a:avLst/>
          </a:prstGeom>
          <a:noFill/>
          <a:ln>
            <a:noFill/>
          </a:ln>
        </p:spPr>
        <p:txBody>
          <a:bodyPr spcFirstLastPara="1" wrap="square" lIns="68575" tIns="68575" rIns="68575" bIns="68575" anchor="t" anchorCtr="0">
            <a:spAutoFit/>
          </a:bodyPr>
          <a:lstStyle/>
          <a:p>
            <a:pPr marL="342900" lvl="0" indent="-247650" algn="l" rtl="0">
              <a:spcBef>
                <a:spcPts val="0"/>
              </a:spcBef>
              <a:spcAft>
                <a:spcPts val="0"/>
              </a:spcAft>
              <a:buSzPts val="1300"/>
              <a:buChar char="-"/>
            </a:pPr>
            <a:r>
              <a:rPr lang="es" sz="1100">
                <a:solidFill>
                  <a:schemeClr val="dk1"/>
                </a:solidFill>
              </a:rPr>
              <a:t>Pelota oficial del </a:t>
            </a:r>
            <a:r>
              <a:rPr lang="es" sz="1100" b="1">
                <a:solidFill>
                  <a:schemeClr val="dk1"/>
                </a:solidFill>
              </a:rPr>
              <a:t>Roland Garros</a:t>
            </a:r>
            <a:r>
              <a:rPr lang="es" sz="1100">
                <a:solidFill>
                  <a:schemeClr val="dk1"/>
                </a:solidFill>
              </a:rPr>
              <a:t>, diseñada para ofrecer un rendimiento profesional con una combinación perfecta de control, durabilidad y estabilidad en polvo de ladrillo.</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Su fieltro </a:t>
            </a:r>
            <a:r>
              <a:rPr lang="es" sz="1100" b="1">
                <a:solidFill>
                  <a:schemeClr val="dk1"/>
                </a:solidFill>
              </a:rPr>
              <a:t>Long Lasting Performance Felt</a:t>
            </a:r>
            <a:r>
              <a:rPr lang="es" sz="1100">
                <a:solidFill>
                  <a:schemeClr val="dk1"/>
                </a:solidFill>
              </a:rPr>
              <a:t> reduce el desgaste visual y mantiene la sensación “premium” incluso después de varios sets.</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Proporciona un bote más </a:t>
            </a:r>
            <a:r>
              <a:rPr lang="es" sz="1100" b="1">
                <a:solidFill>
                  <a:schemeClr val="dk1"/>
                </a:solidFill>
              </a:rPr>
              <a:t>estable y controlado</a:t>
            </a:r>
            <a:r>
              <a:rPr lang="es" sz="1100">
                <a:solidFill>
                  <a:schemeClr val="dk1"/>
                </a:solidFill>
              </a:rPr>
              <a:t>, ideal para canchas de arcilla de nivel competitivo y clubes que buscan una pelota alineada con estándares ATP/WTA.</a:t>
            </a:r>
            <a:br>
              <a:rPr lang="es" sz="1100">
                <a:solidFill>
                  <a:schemeClr val="dk1"/>
                </a:solidFill>
              </a:rPr>
            </a:br>
            <a:endParaRPr sz="1100">
              <a:solidFill>
                <a:schemeClr val="dk1"/>
              </a:solidFill>
            </a:endParaRPr>
          </a:p>
          <a:p>
            <a:pPr marL="342900" lvl="0" indent="-247650" algn="l" rtl="0">
              <a:spcBef>
                <a:spcPts val="0"/>
              </a:spcBef>
              <a:spcAft>
                <a:spcPts val="0"/>
              </a:spcAft>
              <a:buSzPts val="1300"/>
              <a:buChar char="-"/>
            </a:pPr>
            <a:r>
              <a:rPr lang="es" sz="1100">
                <a:solidFill>
                  <a:schemeClr val="dk1"/>
                </a:solidFill>
              </a:rPr>
              <a:t>Su construcción favorece puntos largos, estabilidad en condiciones húmedas y una respuesta homogénea en todo el partido.</a:t>
            </a:r>
            <a:endParaRPr sz="1100">
              <a:solidFill>
                <a:schemeClr val="dk1"/>
              </a:solidFill>
            </a:endParaRPr>
          </a:p>
          <a:p>
            <a:pPr marL="0" lvl="0" indent="0" algn="l" rtl="0">
              <a:spcBef>
                <a:spcPts val="0"/>
              </a:spcBef>
              <a:spcAft>
                <a:spcPts val="0"/>
              </a:spcAft>
              <a:buNone/>
            </a:pPr>
            <a:endParaRPr sz="1300"/>
          </a:p>
        </p:txBody>
      </p:sp>
      <p:sp>
        <p:nvSpPr>
          <p:cNvPr id="734" name="Google Shape;734;p108"/>
          <p:cNvSpPr txBox="1"/>
          <p:nvPr/>
        </p:nvSpPr>
        <p:spPr>
          <a:xfrm>
            <a:off x="4753177" y="3972850"/>
            <a:ext cx="2538300" cy="891900"/>
          </a:xfrm>
          <a:prstGeom prst="rect">
            <a:avLst/>
          </a:prstGeom>
          <a:noFill/>
          <a:ln>
            <a:noFill/>
          </a:ln>
        </p:spPr>
        <p:txBody>
          <a:bodyPr spcFirstLastPara="1" wrap="square" lIns="68575" tIns="68575" rIns="68575" bIns="68575" anchor="t" anchorCtr="0">
            <a:spAutoFit/>
          </a:bodyPr>
          <a:lstStyle/>
          <a:p>
            <a:pPr marL="342900" lvl="0" indent="-234950" algn="l" rtl="0">
              <a:lnSpc>
                <a:spcPct val="115000"/>
              </a:lnSpc>
              <a:spcBef>
                <a:spcPts val="900"/>
              </a:spcBef>
              <a:spcAft>
                <a:spcPts val="0"/>
              </a:spcAft>
              <a:buClr>
                <a:schemeClr val="dk1"/>
              </a:buClr>
              <a:buSzPts val="1100"/>
              <a:buChar char="●"/>
            </a:pPr>
            <a:r>
              <a:rPr lang="es" sz="1100" b="1">
                <a:solidFill>
                  <a:schemeClr val="dk1"/>
                </a:solidFill>
              </a:rPr>
              <a:t>Regla de oro:</a:t>
            </a:r>
            <a:r>
              <a:rPr lang="es" sz="1100">
                <a:solidFill>
                  <a:schemeClr val="dk1"/>
                </a:solidFill>
              </a:rPr>
              <a:t> </a:t>
            </a:r>
            <a:r>
              <a:rPr lang="es" sz="1100" i="1">
                <a:solidFill>
                  <a:schemeClr val="dk1"/>
                </a:solidFill>
              </a:rPr>
              <a:t>Para torneos, partidos serios o jugadores exigentes en polvo de ladrillo, esta es </a:t>
            </a:r>
            <a:r>
              <a:rPr lang="es" sz="1100" b="1" i="1">
                <a:solidFill>
                  <a:schemeClr val="dk1"/>
                </a:solidFill>
              </a:rPr>
              <a:t>la referencia premium</a:t>
            </a:r>
            <a:r>
              <a:rPr lang="es" sz="1100">
                <a:solidFill>
                  <a:schemeClr val="dk1"/>
                </a:solidFill>
              </a:rPr>
              <a:t>.</a:t>
            </a:r>
            <a:endParaRPr sz="1100" i="1">
              <a:solidFill>
                <a:schemeClr val="dk1"/>
              </a:solidFill>
            </a:endParaRPr>
          </a:p>
        </p:txBody>
      </p:sp>
      <p:sp>
        <p:nvSpPr>
          <p:cNvPr id="735" name="Google Shape;735;p108"/>
          <p:cNvSpPr txBox="1"/>
          <p:nvPr/>
        </p:nvSpPr>
        <p:spPr>
          <a:xfrm>
            <a:off x="2420213" y="469800"/>
            <a:ext cx="5126700" cy="461700"/>
          </a:xfrm>
          <a:prstGeom prst="rect">
            <a:avLst/>
          </a:prstGeom>
          <a:noFill/>
          <a:ln>
            <a:noFill/>
          </a:ln>
        </p:spPr>
        <p:txBody>
          <a:bodyPr spcFirstLastPara="1" wrap="square" lIns="0" tIns="0" rIns="0" bIns="0" anchor="b" anchorCtr="0">
            <a:spAutoFit/>
          </a:bodyPr>
          <a:lstStyle/>
          <a:p>
            <a:pPr marL="0" lvl="0" indent="0" algn="l" rtl="0">
              <a:spcBef>
                <a:spcPts val="0"/>
              </a:spcBef>
              <a:spcAft>
                <a:spcPts val="0"/>
              </a:spcAft>
              <a:buNone/>
            </a:pPr>
            <a:r>
              <a:rPr lang="es" sz="3000" b="1">
                <a:solidFill>
                  <a:schemeClr val="dk2"/>
                </a:solidFill>
              </a:rPr>
              <a:t>WILSON ROLAND GARROS</a:t>
            </a:r>
            <a:endParaRPr sz="2100" b="1">
              <a:solidFill>
                <a:srgbClr val="101820"/>
              </a:solidFill>
            </a:endParaRPr>
          </a:p>
        </p:txBody>
      </p:sp>
      <p:pic>
        <p:nvPicPr>
          <p:cNvPr id="736" name="Google Shape;736;p108"/>
          <p:cNvPicPr preferRelativeResize="0"/>
          <p:nvPr/>
        </p:nvPicPr>
        <p:blipFill>
          <a:blip r:embed="rId3">
            <a:alphaModFix/>
          </a:blip>
          <a:stretch>
            <a:fillRect/>
          </a:stretch>
        </p:blipFill>
        <p:spPr>
          <a:xfrm>
            <a:off x="-60900" y="525650"/>
            <a:ext cx="3824800" cy="3824774"/>
          </a:xfrm>
          <a:prstGeom prst="rect">
            <a:avLst/>
          </a:prstGeom>
          <a:noFill/>
          <a:ln>
            <a:noFill/>
          </a:ln>
        </p:spPr>
      </p:pic>
      <p:pic>
        <p:nvPicPr>
          <p:cNvPr id="737" name="Google Shape;737;p108"/>
          <p:cNvPicPr preferRelativeResize="0"/>
          <p:nvPr/>
        </p:nvPicPr>
        <p:blipFill rotWithShape="1">
          <a:blip r:embed="rId4">
            <a:alphaModFix/>
          </a:blip>
          <a:srcRect l="24854" t="44882" r="24037"/>
          <a:stretch/>
        </p:blipFill>
        <p:spPr>
          <a:xfrm>
            <a:off x="1844961" y="3267553"/>
            <a:ext cx="1004142" cy="1082868"/>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Wilson ReC">
      <a:dk1>
        <a:srgbClr val="000000"/>
      </a:dk1>
      <a:lt1>
        <a:srgbClr val="FFFFFF"/>
      </a:lt1>
      <a:dk2>
        <a:srgbClr val="0F1720"/>
      </a:dk2>
      <a:lt2>
        <a:srgbClr val="E7E6E5"/>
      </a:lt2>
      <a:accent1>
        <a:srgbClr val="C8102E"/>
      </a:accent1>
      <a:accent2>
        <a:srgbClr val="0F1720"/>
      </a:accent2>
      <a:accent3>
        <a:srgbClr val="75767B"/>
      </a:accent3>
      <a:accent4>
        <a:srgbClr val="959698"/>
      </a:accent4>
      <a:accent5>
        <a:srgbClr val="F2F1F0"/>
      </a:accent5>
      <a:accent6>
        <a:srgbClr val="950C22"/>
      </a:accent6>
      <a:hlink>
        <a:srgbClr val="0E1620"/>
      </a:hlink>
      <a:folHlink>
        <a:srgbClr val="95969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3062</Words>
  <Application>Microsoft Office PowerPoint</Application>
  <PresentationFormat>Presentación en pantalla (16:9)</PresentationFormat>
  <Paragraphs>190</Paragraphs>
  <Slides>22</Slides>
  <Notes>22</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22</vt:i4>
      </vt:variant>
    </vt:vector>
  </HeadingPairs>
  <TitlesOfParts>
    <vt:vector size="29" baseType="lpstr">
      <vt:lpstr>Trebuchet MS</vt:lpstr>
      <vt:lpstr>Arial</vt:lpstr>
      <vt:lpstr>Roboto</vt:lpstr>
      <vt:lpstr>Roboto Serif</vt:lpstr>
      <vt:lpstr>Nunito</vt:lpstr>
      <vt:lpstr>Simple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REVOLVE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ivan nicoloff</cp:lastModifiedBy>
  <cp:revision>1</cp:revision>
  <dcterms:modified xsi:type="dcterms:W3CDTF">2026-03-17T17:09:59Z</dcterms:modified>
</cp:coreProperties>
</file>